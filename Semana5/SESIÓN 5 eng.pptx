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3" r:id="rId1"/>
    <p:sldMasterId id="2147483704" r:id="rId2"/>
    <p:sldMasterId id="2147483705" r:id="rId3"/>
  </p:sldMasterIdLst>
  <p:notesMasterIdLst>
    <p:notesMasterId r:id="rId16"/>
  </p:notesMasterIdLst>
  <p:sldIdLst>
    <p:sldId id="256" r:id="rId4"/>
    <p:sldId id="267" r:id="rId5"/>
    <p:sldId id="257" r:id="rId6"/>
    <p:sldId id="258" r:id="rId7"/>
    <p:sldId id="259" r:id="rId8"/>
    <p:sldId id="260" r:id="rId9"/>
    <p:sldId id="261" r:id="rId10"/>
    <p:sldId id="262" r:id="rId11"/>
    <p:sldId id="263" r:id="rId12"/>
    <p:sldId id="264" r:id="rId13"/>
    <p:sldId id="265" r:id="rId14"/>
    <p:sldId id="266" r:id="rId15"/>
  </p:sldIdLst>
  <p:sldSz cx="9144000" cy="5143500" type="screen16x9"/>
  <p:notesSz cx="6858000" cy="9144000"/>
  <p:embeddedFontLst>
    <p:embeddedFont>
      <p:font typeface="DM Sans" pitchFamily="2" charset="77"/>
      <p:regular r:id="rId17"/>
      <p:bold r:id="rId18"/>
      <p:italic r:id="rId19"/>
      <p:boldItalic r:id="rId20"/>
    </p:embeddedFont>
    <p:embeddedFont>
      <p:font typeface="DM Sans Medium" pitchFamily="2" charset="77"/>
      <p:regular r:id="rId21"/>
      <p:bold r:id="rId22"/>
      <p:italic r:id="rId23"/>
      <p:boldItalic r:id="rId24"/>
    </p:embeddedFont>
    <p:embeddedFont>
      <p:font typeface="Merriweather" pitchFamily="2" charset="77"/>
      <p:regular r:id="rId25"/>
      <p:bold r:id="rId26"/>
      <p:italic r:id="rId27"/>
      <p:boldItalic r:id="rId28"/>
    </p:embeddedFont>
    <p:embeddedFont>
      <p:font typeface="Old Standard TT" pitchFamily="2" charset="77"/>
      <p:regular r:id="rId29"/>
      <p:bold r:id="rId30"/>
      <p: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701"/>
  </p:normalViewPr>
  <p:slideViewPr>
    <p:cSldViewPr snapToGrid="0">
      <p:cViewPr varScale="1">
        <p:scale>
          <a:sx n="146" d="100"/>
          <a:sy n="146" d="100"/>
        </p:scale>
        <p:origin x="664"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Master" Target="slideMasters/slideMaster3.xml"/><Relationship Id="rId21" Type="http://schemas.openxmlformats.org/officeDocument/2006/relationships/font" Target="fonts/font5.fntdata"/><Relationship Id="rId34"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8.fntdata"/><Relationship Id="rId32"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7.fntdata"/><Relationship Id="rId28" Type="http://schemas.openxmlformats.org/officeDocument/2006/relationships/font" Target="fonts/font12.fntdata"/><Relationship Id="rId10" Type="http://schemas.openxmlformats.org/officeDocument/2006/relationships/slide" Target="slides/slide7.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tableStyles" Target="tableStyles.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38e4553aa69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38e4553aa69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a:extLst>
            <a:ext uri="{FF2B5EF4-FFF2-40B4-BE49-F238E27FC236}">
              <a16:creationId xmlns:a16="http://schemas.microsoft.com/office/drawing/2014/main" id="{96F932D5-B464-A587-C124-D7A8948D8530}"/>
            </a:ext>
          </a:extLst>
        </p:cNvPr>
        <p:cNvGrpSpPr/>
        <p:nvPr/>
      </p:nvGrpSpPr>
      <p:grpSpPr>
        <a:xfrm>
          <a:off x="0" y="0"/>
          <a:ext cx="0" cy="0"/>
          <a:chOff x="0" y="0"/>
          <a:chExt cx="0" cy="0"/>
        </a:xfrm>
      </p:grpSpPr>
      <p:sp>
        <p:nvSpPr>
          <p:cNvPr id="323" name="Google Shape;323;g38e4553aa69_0_61:notes">
            <a:extLst>
              <a:ext uri="{FF2B5EF4-FFF2-40B4-BE49-F238E27FC236}">
                <a16:creationId xmlns:a16="http://schemas.microsoft.com/office/drawing/2014/main" id="{510852B8-E34C-EAF6-6616-BB46F516CD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38e4553aa69_0_61:notes">
            <a:extLst>
              <a:ext uri="{FF2B5EF4-FFF2-40B4-BE49-F238E27FC236}">
                <a16:creationId xmlns:a16="http://schemas.microsoft.com/office/drawing/2014/main" id="{53381542-B0B9-4B83-20BD-29AAA73D52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69757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38e4553aa69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38e4553aa69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38e4553aa69_1_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38e4553aa69_1_3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38e4553aa69_1_3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38e4553aa69_1_3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8e4553aa69_1_3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38e4553aa69_1_3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38e4553aa69_1_3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 name="Google Shape;359;g38e4553aa69_1_3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8e4553aa69_1_3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38e4553aa69_1_3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8e4553aa69_1_3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38e4553aa69_1_3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38e4553aa69_1_3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38e4553aa69_1_3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38e4553aa69_1_3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38e4553aa69_1_3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38e4553aa69_1_4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38e4553aa69_1_4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54"/>
        <p:cNvGrpSpPr/>
        <p:nvPr/>
      </p:nvGrpSpPr>
      <p:grpSpPr>
        <a:xfrm>
          <a:off x="0" y="0"/>
          <a:ext cx="0" cy="0"/>
          <a:chOff x="0" y="0"/>
          <a:chExt cx="0" cy="0"/>
        </a:xfrm>
      </p:grpSpPr>
      <p:sp>
        <p:nvSpPr>
          <p:cNvPr id="55" name="Google Shape;55;p14"/>
          <p:cNvSpPr/>
          <p:nvPr/>
        </p:nvSpPr>
        <p:spPr>
          <a:xfrm>
            <a:off x="0" y="100"/>
            <a:ext cx="9144000" cy="1711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6" name="Google Shape;56;p14"/>
          <p:cNvCxnSpPr/>
          <p:nvPr/>
        </p:nvCxnSpPr>
        <p:spPr>
          <a:xfrm>
            <a:off x="641934" y="3597500"/>
            <a:ext cx="390300" cy="0"/>
          </a:xfrm>
          <a:prstGeom prst="straightConnector1">
            <a:avLst/>
          </a:prstGeom>
          <a:noFill/>
          <a:ln w="28575" cap="flat" cmpd="sng">
            <a:solidFill>
              <a:schemeClr val="accent1"/>
            </a:solidFill>
            <a:prstDash val="solid"/>
            <a:round/>
            <a:headEnd type="none" w="sm" len="sm"/>
            <a:tailEnd type="none" w="sm" len="sm"/>
          </a:ln>
        </p:spPr>
      </p:cxnSp>
      <p:sp>
        <p:nvSpPr>
          <p:cNvPr id="57" name="Google Shape;57;p14"/>
          <p:cNvSpPr txBox="1">
            <a:spLocks noGrp="1"/>
          </p:cNvSpPr>
          <p:nvPr>
            <p:ph type="ctrTitle"/>
          </p:nvPr>
        </p:nvSpPr>
        <p:spPr>
          <a:xfrm>
            <a:off x="512700" y="1893300"/>
            <a:ext cx="8118600" cy="1522800"/>
          </a:xfrm>
          <a:prstGeom prst="rect">
            <a:avLst/>
          </a:prstGeom>
        </p:spPr>
        <p:txBody>
          <a:bodyPr spcFirstLastPara="1" wrap="square" lIns="91425" tIns="91425" rIns="91425" bIns="91425" anchor="b" anchorCtr="0">
            <a:no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a:endParaRPr/>
          </a:p>
        </p:txBody>
      </p:sp>
      <p:sp>
        <p:nvSpPr>
          <p:cNvPr id="58" name="Google Shape;58;p14"/>
          <p:cNvSpPr txBox="1">
            <a:spLocks noGrp="1"/>
          </p:cNvSpPr>
          <p:nvPr>
            <p:ph type="subTitle" idx="1"/>
          </p:nvPr>
        </p:nvSpPr>
        <p:spPr>
          <a:xfrm>
            <a:off x="512700" y="3840639"/>
            <a:ext cx="8118600" cy="787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a:endParaRPr/>
          </a:p>
        </p:txBody>
      </p:sp>
      <p:sp>
        <p:nvSpPr>
          <p:cNvPr id="59" name="Google Shape;59;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60"/>
        <p:cNvGrpSpPr/>
        <p:nvPr/>
      </p:nvGrpSpPr>
      <p:grpSpPr>
        <a:xfrm>
          <a:off x="0" y="0"/>
          <a:ext cx="0" cy="0"/>
          <a:chOff x="0" y="0"/>
          <a:chExt cx="0" cy="0"/>
        </a:xfrm>
      </p:grpSpPr>
      <p:cxnSp>
        <p:nvCxnSpPr>
          <p:cNvPr id="61" name="Google Shape;61;p15"/>
          <p:cNvCxnSpPr/>
          <p:nvPr/>
        </p:nvCxnSpPr>
        <p:spPr>
          <a:xfrm>
            <a:off x="641934" y="3597500"/>
            <a:ext cx="390300" cy="0"/>
          </a:xfrm>
          <a:prstGeom prst="straightConnector1">
            <a:avLst/>
          </a:prstGeom>
          <a:noFill/>
          <a:ln w="28575" cap="flat" cmpd="sng">
            <a:solidFill>
              <a:schemeClr val="lt2"/>
            </a:solidFill>
            <a:prstDash val="solid"/>
            <a:round/>
            <a:headEnd type="none" w="sm" len="sm"/>
            <a:tailEnd type="none" w="sm" len="sm"/>
          </a:ln>
        </p:spPr>
      </p:cxnSp>
      <p:sp>
        <p:nvSpPr>
          <p:cNvPr id="62" name="Google Shape;62;p15"/>
          <p:cNvSpPr txBox="1">
            <a:spLocks noGrp="1"/>
          </p:cNvSpPr>
          <p:nvPr>
            <p:ph type="title"/>
          </p:nvPr>
        </p:nvSpPr>
        <p:spPr>
          <a:xfrm>
            <a:off x="512700" y="1893300"/>
            <a:ext cx="8118600" cy="1522800"/>
          </a:xfrm>
          <a:prstGeom prst="rect">
            <a:avLst/>
          </a:prstGeom>
        </p:spPr>
        <p:txBody>
          <a:bodyPr spcFirstLastPara="1" wrap="square" lIns="91425" tIns="91425" rIns="91425" bIns="91425" anchor="b" anchorCtr="0">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a:endParaRPr/>
          </a:p>
        </p:txBody>
      </p:sp>
      <p:sp>
        <p:nvSpPr>
          <p:cNvPr id="63" name="Google Shape;63;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4"/>
        <p:cNvGrpSpPr/>
        <p:nvPr/>
      </p:nvGrpSpPr>
      <p:grpSpPr>
        <a:xfrm>
          <a:off x="0" y="0"/>
          <a:ext cx="0" cy="0"/>
          <a:chOff x="0" y="0"/>
          <a:chExt cx="0" cy="0"/>
        </a:xfrm>
      </p:grpSpPr>
      <p:sp>
        <p:nvSpPr>
          <p:cNvPr id="65" name="Google Shape;65;p16"/>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6"/>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67" name="Google Shape;67;p16"/>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68" name="Google Shape;68;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9"/>
        <p:cNvGrpSpPr/>
        <p:nvPr/>
      </p:nvGrpSpPr>
      <p:grpSpPr>
        <a:xfrm>
          <a:off x="0" y="0"/>
          <a:ext cx="0" cy="0"/>
          <a:chOff x="0" y="0"/>
          <a:chExt cx="0" cy="0"/>
        </a:xfrm>
      </p:grpSpPr>
      <p:sp>
        <p:nvSpPr>
          <p:cNvPr id="70" name="Google Shape;70;p17"/>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71" name="Google Shape;71;p17"/>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72" name="Google Shape;72;p17"/>
          <p:cNvSpPr txBox="1">
            <a:spLocks noGrp="1"/>
          </p:cNvSpPr>
          <p:nvPr>
            <p:ph type="body" idx="2"/>
          </p:nvPr>
        </p:nvSpPr>
        <p:spPr>
          <a:xfrm>
            <a:off x="4832400" y="1171675"/>
            <a:ext cx="3999900" cy="3397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73" name="Google Shape;73;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4"/>
        <p:cNvGrpSpPr/>
        <p:nvPr/>
      </p:nvGrpSpPr>
      <p:grpSpPr>
        <a:xfrm>
          <a:off x="0" y="0"/>
          <a:ext cx="0" cy="0"/>
          <a:chOff x="0" y="0"/>
          <a:chExt cx="0" cy="0"/>
        </a:xfrm>
      </p:grpSpPr>
      <p:sp>
        <p:nvSpPr>
          <p:cNvPr id="75" name="Google Shape;75;p18"/>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76" name="Google Shape;76;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7"/>
        <p:cNvGrpSpPr/>
        <p:nvPr/>
      </p:nvGrpSpPr>
      <p:grpSpPr>
        <a:xfrm>
          <a:off x="0" y="0"/>
          <a:ext cx="0" cy="0"/>
          <a:chOff x="0" y="0"/>
          <a:chExt cx="0" cy="0"/>
        </a:xfrm>
      </p:grpSpPr>
      <p:sp>
        <p:nvSpPr>
          <p:cNvPr id="78" name="Google Shape;78;p1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79" name="Google Shape;79;p19"/>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80" name="Google Shape;80;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81"/>
        <p:cNvGrpSpPr/>
        <p:nvPr/>
      </p:nvGrpSpPr>
      <p:grpSpPr>
        <a:xfrm>
          <a:off x="0" y="0"/>
          <a:ext cx="0" cy="0"/>
          <a:chOff x="0" y="0"/>
          <a:chExt cx="0" cy="0"/>
        </a:xfrm>
      </p:grpSpPr>
      <p:sp>
        <p:nvSpPr>
          <p:cNvPr id="82" name="Google Shape;82;p20"/>
          <p:cNvSpPr txBox="1">
            <a:spLocks noGrp="1"/>
          </p:cNvSpPr>
          <p:nvPr>
            <p:ph type="title"/>
          </p:nvPr>
        </p:nvSpPr>
        <p:spPr>
          <a:xfrm>
            <a:off x="490250" y="526350"/>
            <a:ext cx="56040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a:endParaRPr/>
          </a:p>
        </p:txBody>
      </p:sp>
      <p:sp>
        <p:nvSpPr>
          <p:cNvPr id="83" name="Google Shape;83;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4"/>
        <p:cNvGrpSpPr/>
        <p:nvPr/>
      </p:nvGrpSpPr>
      <p:grpSpPr>
        <a:xfrm>
          <a:off x="0" y="0"/>
          <a:ext cx="0" cy="0"/>
          <a:chOff x="0" y="0"/>
          <a:chExt cx="0" cy="0"/>
        </a:xfrm>
      </p:grpSpPr>
      <p:sp>
        <p:nvSpPr>
          <p:cNvPr id="85" name="Google Shape;85;p21"/>
          <p:cNvSpPr/>
          <p:nvPr/>
        </p:nvSpPr>
        <p:spPr>
          <a:xfrm>
            <a:off x="4572000" y="-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6" name="Google Shape;86;p21"/>
          <p:cNvCxnSpPr/>
          <p:nvPr/>
        </p:nvCxnSpPr>
        <p:spPr>
          <a:xfrm>
            <a:off x="5029675" y="4495500"/>
            <a:ext cx="686400" cy="0"/>
          </a:xfrm>
          <a:prstGeom prst="straightConnector1">
            <a:avLst/>
          </a:prstGeom>
          <a:noFill/>
          <a:ln w="19050" cap="flat" cmpd="sng">
            <a:solidFill>
              <a:schemeClr val="lt2"/>
            </a:solidFill>
            <a:prstDash val="solid"/>
            <a:round/>
            <a:headEnd type="none" w="sm" len="sm"/>
            <a:tailEnd type="none" w="sm" len="sm"/>
          </a:ln>
        </p:spPr>
      </p:cxnSp>
      <p:sp>
        <p:nvSpPr>
          <p:cNvPr id="87" name="Google Shape;87;p21"/>
          <p:cNvSpPr txBox="1">
            <a:spLocks noGrp="1"/>
          </p:cNvSpPr>
          <p:nvPr>
            <p:ph type="title"/>
          </p:nvPr>
        </p:nvSpPr>
        <p:spPr>
          <a:xfrm>
            <a:off x="265500" y="1382350"/>
            <a:ext cx="4045200" cy="13332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a:endParaRPr/>
          </a:p>
        </p:txBody>
      </p:sp>
      <p:sp>
        <p:nvSpPr>
          <p:cNvPr id="88" name="Google Shape;88;p21"/>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9" name="Google Shape;89;p21"/>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accent1"/>
              </a:buClr>
              <a:buSzPts val="1800"/>
              <a:buChar char="●"/>
              <a:defRPr>
                <a:solidFill>
                  <a:schemeClr val="accent1"/>
                </a:solidFill>
              </a:defRPr>
            </a:lvl1pPr>
            <a:lvl2pPr marL="914400" lvl="1" indent="-317500">
              <a:spcBef>
                <a:spcPts val="1600"/>
              </a:spcBef>
              <a:spcAft>
                <a:spcPts val="0"/>
              </a:spcAft>
              <a:buClr>
                <a:schemeClr val="accent1"/>
              </a:buClr>
              <a:buSzPts val="1400"/>
              <a:buChar char="○"/>
              <a:defRPr>
                <a:solidFill>
                  <a:schemeClr val="accent1"/>
                </a:solidFill>
              </a:defRPr>
            </a:lvl2pPr>
            <a:lvl3pPr marL="1371600" lvl="2" indent="-317500">
              <a:spcBef>
                <a:spcPts val="1600"/>
              </a:spcBef>
              <a:spcAft>
                <a:spcPts val="0"/>
              </a:spcAft>
              <a:buClr>
                <a:schemeClr val="accent1"/>
              </a:buClr>
              <a:buSzPts val="1400"/>
              <a:buChar char="■"/>
              <a:defRPr>
                <a:solidFill>
                  <a:schemeClr val="accent1"/>
                </a:solidFill>
              </a:defRPr>
            </a:lvl3pPr>
            <a:lvl4pPr marL="1828800" lvl="3" indent="-317500">
              <a:spcBef>
                <a:spcPts val="1600"/>
              </a:spcBef>
              <a:spcAft>
                <a:spcPts val="0"/>
              </a:spcAft>
              <a:buClr>
                <a:schemeClr val="accent1"/>
              </a:buClr>
              <a:buSzPts val="1400"/>
              <a:buChar char="●"/>
              <a:defRPr>
                <a:solidFill>
                  <a:schemeClr val="accent1"/>
                </a:solidFill>
              </a:defRPr>
            </a:lvl4pPr>
            <a:lvl5pPr marL="2286000" lvl="4" indent="-317500">
              <a:spcBef>
                <a:spcPts val="1600"/>
              </a:spcBef>
              <a:spcAft>
                <a:spcPts val="0"/>
              </a:spcAft>
              <a:buClr>
                <a:schemeClr val="accent1"/>
              </a:buClr>
              <a:buSzPts val="1400"/>
              <a:buChar char="○"/>
              <a:defRPr>
                <a:solidFill>
                  <a:schemeClr val="accent1"/>
                </a:solidFill>
              </a:defRPr>
            </a:lvl5pPr>
            <a:lvl6pPr marL="2743200" lvl="5" indent="-317500">
              <a:spcBef>
                <a:spcPts val="1600"/>
              </a:spcBef>
              <a:spcAft>
                <a:spcPts val="0"/>
              </a:spcAft>
              <a:buClr>
                <a:schemeClr val="accent1"/>
              </a:buClr>
              <a:buSzPts val="1400"/>
              <a:buChar char="■"/>
              <a:defRPr>
                <a:solidFill>
                  <a:schemeClr val="accent1"/>
                </a:solidFill>
              </a:defRPr>
            </a:lvl6pPr>
            <a:lvl7pPr marL="3200400" lvl="6" indent="-317500">
              <a:spcBef>
                <a:spcPts val="1600"/>
              </a:spcBef>
              <a:spcAft>
                <a:spcPts val="0"/>
              </a:spcAft>
              <a:buClr>
                <a:schemeClr val="accent1"/>
              </a:buClr>
              <a:buSzPts val="1400"/>
              <a:buChar char="●"/>
              <a:defRPr>
                <a:solidFill>
                  <a:schemeClr val="accent1"/>
                </a:solidFill>
              </a:defRPr>
            </a:lvl7pPr>
            <a:lvl8pPr marL="3657600" lvl="7" indent="-317500">
              <a:spcBef>
                <a:spcPts val="1600"/>
              </a:spcBef>
              <a:spcAft>
                <a:spcPts val="0"/>
              </a:spcAft>
              <a:buClr>
                <a:schemeClr val="accent1"/>
              </a:buClr>
              <a:buSzPts val="1400"/>
              <a:buChar char="○"/>
              <a:defRPr>
                <a:solidFill>
                  <a:schemeClr val="accent1"/>
                </a:solidFill>
              </a:defRPr>
            </a:lvl8pPr>
            <a:lvl9pPr marL="4114800" lvl="8" indent="-317500">
              <a:spcBef>
                <a:spcPts val="1600"/>
              </a:spcBef>
              <a:spcAft>
                <a:spcPts val="1600"/>
              </a:spcAft>
              <a:buClr>
                <a:schemeClr val="accent1"/>
              </a:buClr>
              <a:buSzPts val="1400"/>
              <a:buChar char="■"/>
              <a:defRPr>
                <a:solidFill>
                  <a:schemeClr val="accent1"/>
                </a:solidFill>
              </a:defRPr>
            </a:lvl9pPr>
          </a:lstStyle>
          <a:p>
            <a:endParaRPr/>
          </a:p>
        </p:txBody>
      </p:sp>
      <p:sp>
        <p:nvSpPr>
          <p:cNvPr id="90" name="Google Shape;90;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1"/>
        <p:cNvGrpSpPr/>
        <p:nvPr/>
      </p:nvGrpSpPr>
      <p:grpSpPr>
        <a:xfrm>
          <a:off x="0" y="0"/>
          <a:ext cx="0" cy="0"/>
          <a:chOff x="0" y="0"/>
          <a:chExt cx="0" cy="0"/>
        </a:xfrm>
      </p:grpSpPr>
      <p:sp>
        <p:nvSpPr>
          <p:cNvPr id="92" name="Google Shape;92;p2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93" name="Google Shape;93;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4"/>
        <p:cNvGrpSpPr/>
        <p:nvPr/>
      </p:nvGrpSpPr>
      <p:grpSpPr>
        <a:xfrm>
          <a:off x="0" y="0"/>
          <a:ext cx="0" cy="0"/>
          <a:chOff x="0" y="0"/>
          <a:chExt cx="0" cy="0"/>
        </a:xfrm>
      </p:grpSpPr>
      <p:sp>
        <p:nvSpPr>
          <p:cNvPr id="95" name="Google Shape;95;p23"/>
          <p:cNvSpPr txBox="1">
            <a:spLocks noGrp="1"/>
          </p:cNvSpPr>
          <p:nvPr>
            <p:ph type="title" hasCustomPrompt="1"/>
          </p:nvPr>
        </p:nvSpPr>
        <p:spPr>
          <a:xfrm>
            <a:off x="311700" y="1039650"/>
            <a:ext cx="8520600" cy="2106300"/>
          </a:xfrm>
          <a:prstGeom prst="rect">
            <a:avLst/>
          </a:prstGeom>
        </p:spPr>
        <p:txBody>
          <a:bodyPr spcFirstLastPara="1" wrap="square" lIns="91425" tIns="91425" rIns="91425" bIns="91425" anchor="b" anchorCtr="0">
            <a:noAutofit/>
          </a:bodyPr>
          <a:lstStyle>
            <a:lvl1pPr lvl="0" algn="ctr">
              <a:spcBef>
                <a:spcPts val="0"/>
              </a:spcBef>
              <a:spcAft>
                <a:spcPts val="0"/>
              </a:spcAft>
              <a:buSzPts val="14000"/>
              <a:buNone/>
              <a:defRPr sz="14000" b="1"/>
            </a:lvl1pPr>
            <a:lvl2pPr lvl="1" algn="ctr">
              <a:spcBef>
                <a:spcPts val="0"/>
              </a:spcBef>
              <a:spcAft>
                <a:spcPts val="0"/>
              </a:spcAft>
              <a:buSzPts val="14000"/>
              <a:buNone/>
              <a:defRPr sz="14000" b="1"/>
            </a:lvl2pPr>
            <a:lvl3pPr lvl="2" algn="ctr">
              <a:spcBef>
                <a:spcPts val="0"/>
              </a:spcBef>
              <a:spcAft>
                <a:spcPts val="0"/>
              </a:spcAft>
              <a:buSzPts val="14000"/>
              <a:buNone/>
              <a:defRPr sz="14000" b="1"/>
            </a:lvl3pPr>
            <a:lvl4pPr lvl="3" algn="ctr">
              <a:spcBef>
                <a:spcPts val="0"/>
              </a:spcBef>
              <a:spcAft>
                <a:spcPts val="0"/>
              </a:spcAft>
              <a:buSzPts val="14000"/>
              <a:buNone/>
              <a:defRPr sz="14000" b="1"/>
            </a:lvl4pPr>
            <a:lvl5pPr lvl="4" algn="ctr">
              <a:spcBef>
                <a:spcPts val="0"/>
              </a:spcBef>
              <a:spcAft>
                <a:spcPts val="0"/>
              </a:spcAft>
              <a:buSzPts val="14000"/>
              <a:buNone/>
              <a:defRPr sz="14000" b="1"/>
            </a:lvl5pPr>
            <a:lvl6pPr lvl="5" algn="ctr">
              <a:spcBef>
                <a:spcPts val="0"/>
              </a:spcBef>
              <a:spcAft>
                <a:spcPts val="0"/>
              </a:spcAft>
              <a:buSzPts val="14000"/>
              <a:buNone/>
              <a:defRPr sz="14000" b="1"/>
            </a:lvl6pPr>
            <a:lvl7pPr lvl="6" algn="ctr">
              <a:spcBef>
                <a:spcPts val="0"/>
              </a:spcBef>
              <a:spcAft>
                <a:spcPts val="0"/>
              </a:spcAft>
              <a:buSzPts val="14000"/>
              <a:buNone/>
              <a:defRPr sz="14000" b="1"/>
            </a:lvl7pPr>
            <a:lvl8pPr lvl="7" algn="ctr">
              <a:spcBef>
                <a:spcPts val="0"/>
              </a:spcBef>
              <a:spcAft>
                <a:spcPts val="0"/>
              </a:spcAft>
              <a:buSzPts val="14000"/>
              <a:buNone/>
              <a:defRPr sz="14000" b="1"/>
            </a:lvl8pPr>
            <a:lvl9pPr lvl="8" algn="ctr">
              <a:spcBef>
                <a:spcPts val="0"/>
              </a:spcBef>
              <a:spcAft>
                <a:spcPts val="0"/>
              </a:spcAft>
              <a:buSzPts val="14000"/>
              <a:buNone/>
              <a:defRPr sz="14000" b="1"/>
            </a:lvl9pPr>
          </a:lstStyle>
          <a:p>
            <a:r>
              <a:t>xx%</a:t>
            </a:r>
          </a:p>
        </p:txBody>
      </p:sp>
      <p:sp>
        <p:nvSpPr>
          <p:cNvPr id="96" name="Google Shape;96;p23"/>
          <p:cNvSpPr txBox="1">
            <a:spLocks noGrp="1"/>
          </p:cNvSpPr>
          <p:nvPr>
            <p:ph type="body" idx="1"/>
          </p:nvPr>
        </p:nvSpPr>
        <p:spPr>
          <a:xfrm>
            <a:off x="311700" y="32284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97" name="Google Shape;97;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8"/>
        <p:cNvGrpSpPr/>
        <p:nvPr/>
      </p:nvGrpSpPr>
      <p:grpSpPr>
        <a:xfrm>
          <a:off x="0" y="0"/>
          <a:ext cx="0" cy="0"/>
          <a:chOff x="0" y="0"/>
          <a:chExt cx="0" cy="0"/>
        </a:xfrm>
      </p:grpSpPr>
      <p:sp>
        <p:nvSpPr>
          <p:cNvPr id="99" name="Google Shape;99;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p:cSld name="TITLE_4">
    <p:spTree>
      <p:nvGrpSpPr>
        <p:cNvPr id="1" name="Shape 104"/>
        <p:cNvGrpSpPr/>
        <p:nvPr/>
      </p:nvGrpSpPr>
      <p:grpSpPr>
        <a:xfrm>
          <a:off x="0" y="0"/>
          <a:ext cx="0" cy="0"/>
          <a:chOff x="0" y="0"/>
          <a:chExt cx="0" cy="0"/>
        </a:xfrm>
      </p:grpSpPr>
      <p:sp>
        <p:nvSpPr>
          <p:cNvPr id="105" name="Google Shape;105;p26"/>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6" name="Google Shape;106;p26"/>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07" name="Google Shape;107;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108"/>
        <p:cNvGrpSpPr/>
        <p:nvPr/>
      </p:nvGrpSpPr>
      <p:grpSpPr>
        <a:xfrm>
          <a:off x="0" y="0"/>
          <a:ext cx="0" cy="0"/>
          <a:chOff x="0" y="0"/>
          <a:chExt cx="0" cy="0"/>
        </a:xfrm>
      </p:grpSpPr>
      <p:sp>
        <p:nvSpPr>
          <p:cNvPr id="109" name="Google Shape;109;p27"/>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10" name="Google Shape;110;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p:cSld name="TITLE_AND_BODY_1_1">
    <p:spTree>
      <p:nvGrpSpPr>
        <p:cNvPr id="1" name="Shape 111"/>
        <p:cNvGrpSpPr/>
        <p:nvPr/>
      </p:nvGrpSpPr>
      <p:grpSpPr>
        <a:xfrm>
          <a:off x="0" y="0"/>
          <a:ext cx="0" cy="0"/>
          <a:chOff x="0" y="0"/>
          <a:chExt cx="0" cy="0"/>
        </a:xfrm>
      </p:grpSpPr>
      <p:sp>
        <p:nvSpPr>
          <p:cNvPr id="112" name="Google Shape;112;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a:endParaRPr/>
          </a:p>
        </p:txBody>
      </p:sp>
      <p:sp>
        <p:nvSpPr>
          <p:cNvPr id="113" name="Google Shape;113;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14" name="Google Shape;114;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_1_1">
    <p:spTree>
      <p:nvGrpSpPr>
        <p:cNvPr id="1" name="Shape 115"/>
        <p:cNvGrpSpPr/>
        <p:nvPr/>
      </p:nvGrpSpPr>
      <p:grpSpPr>
        <a:xfrm>
          <a:off x="0" y="0"/>
          <a:ext cx="0" cy="0"/>
          <a:chOff x="0" y="0"/>
          <a:chExt cx="0" cy="0"/>
        </a:xfrm>
      </p:grpSpPr>
      <p:sp>
        <p:nvSpPr>
          <p:cNvPr id="116" name="Google Shape;116;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a:endParaRPr/>
          </a:p>
        </p:txBody>
      </p:sp>
      <p:sp>
        <p:nvSpPr>
          <p:cNvPr id="117" name="Google Shape;117;p29"/>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18" name="Google Shape;118;p29"/>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19" name="Google Shape;119;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 name="Shape 120"/>
        <p:cNvGrpSpPr/>
        <p:nvPr/>
      </p:nvGrpSpPr>
      <p:grpSpPr>
        <a:xfrm>
          <a:off x="0" y="0"/>
          <a:ext cx="0" cy="0"/>
          <a:chOff x="0" y="0"/>
          <a:chExt cx="0" cy="0"/>
        </a:xfrm>
      </p:grpSpPr>
      <p:sp>
        <p:nvSpPr>
          <p:cNvPr id="121" name="Google Shape;121;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a:endParaRPr/>
          </a:p>
        </p:txBody>
      </p:sp>
      <p:sp>
        <p:nvSpPr>
          <p:cNvPr id="122" name="Google Shape;122;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One column text">
  <p:cSld name="ONE_COLUMN_TEXT_1">
    <p:spTree>
      <p:nvGrpSpPr>
        <p:cNvPr id="1" name="Shape 123"/>
        <p:cNvGrpSpPr/>
        <p:nvPr/>
      </p:nvGrpSpPr>
      <p:grpSpPr>
        <a:xfrm>
          <a:off x="0" y="0"/>
          <a:ext cx="0" cy="0"/>
          <a:chOff x="0" y="0"/>
          <a:chExt cx="0" cy="0"/>
        </a:xfrm>
      </p:grpSpPr>
      <p:sp>
        <p:nvSpPr>
          <p:cNvPr id="124" name="Google Shape;124;p31"/>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25" name="Google Shape;125;p31"/>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26" name="Google Shape;126;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Main point">
  <p:cSld name="MAIN_POINT_1">
    <p:spTree>
      <p:nvGrpSpPr>
        <p:cNvPr id="1" name="Shape 127"/>
        <p:cNvGrpSpPr/>
        <p:nvPr/>
      </p:nvGrpSpPr>
      <p:grpSpPr>
        <a:xfrm>
          <a:off x="0" y="0"/>
          <a:ext cx="0" cy="0"/>
          <a:chOff x="0" y="0"/>
          <a:chExt cx="0" cy="0"/>
        </a:xfrm>
      </p:grpSpPr>
      <p:sp>
        <p:nvSpPr>
          <p:cNvPr id="128" name="Google Shape;128;p32"/>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29" name="Google Shape;129;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_1">
    <p:spTree>
      <p:nvGrpSpPr>
        <p:cNvPr id="1" name="Shape 130"/>
        <p:cNvGrpSpPr/>
        <p:nvPr/>
      </p:nvGrpSpPr>
      <p:grpSpPr>
        <a:xfrm>
          <a:off x="0" y="0"/>
          <a:ext cx="0" cy="0"/>
          <a:chOff x="0" y="0"/>
          <a:chExt cx="0" cy="0"/>
        </a:xfrm>
      </p:grpSpPr>
      <p:sp>
        <p:nvSpPr>
          <p:cNvPr id="131" name="Google Shape;131;p33"/>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3"/>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33" name="Google Shape;133;p33"/>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34" name="Google Shape;134;p33"/>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292100">
              <a:spcBef>
                <a:spcPts val="0"/>
              </a:spcBef>
              <a:spcAft>
                <a:spcPts val="0"/>
              </a:spcAft>
              <a:buSzPts val="1000"/>
              <a:buChar char="●"/>
              <a:defRPr/>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35" name="Google Shape;135;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aption">
  <p:cSld name="CAPTION_ONLY_1">
    <p:spTree>
      <p:nvGrpSpPr>
        <p:cNvPr id="1" name="Shape 136"/>
        <p:cNvGrpSpPr/>
        <p:nvPr/>
      </p:nvGrpSpPr>
      <p:grpSpPr>
        <a:xfrm>
          <a:off x="0" y="0"/>
          <a:ext cx="0" cy="0"/>
          <a:chOff x="0" y="0"/>
          <a:chExt cx="0" cy="0"/>
        </a:xfrm>
      </p:grpSpPr>
      <p:sp>
        <p:nvSpPr>
          <p:cNvPr id="137" name="Google Shape;137;p34"/>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000"/>
              <a:buNone/>
              <a:defRPr/>
            </a:lvl1pPr>
          </a:lstStyle>
          <a:p>
            <a:endParaRPr/>
          </a:p>
        </p:txBody>
      </p:sp>
      <p:sp>
        <p:nvSpPr>
          <p:cNvPr id="138" name="Google Shape;138;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ig number">
  <p:cSld name="BIG_NUMBER_1">
    <p:spTree>
      <p:nvGrpSpPr>
        <p:cNvPr id="1" name="Shape 139"/>
        <p:cNvGrpSpPr/>
        <p:nvPr/>
      </p:nvGrpSpPr>
      <p:grpSpPr>
        <a:xfrm>
          <a:off x="0" y="0"/>
          <a:ext cx="0" cy="0"/>
          <a:chOff x="0" y="0"/>
          <a:chExt cx="0" cy="0"/>
        </a:xfrm>
      </p:grpSpPr>
      <p:sp>
        <p:nvSpPr>
          <p:cNvPr id="140" name="Google Shape;140;p35"/>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41" name="Google Shape;141;p35"/>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292100" algn="ctr">
              <a:spcBef>
                <a:spcPts val="0"/>
              </a:spcBef>
              <a:spcAft>
                <a:spcPts val="0"/>
              </a:spcAft>
              <a:buSzPts val="1000"/>
              <a:buChar char="●"/>
              <a:defRPr/>
            </a:lvl1pPr>
            <a:lvl2pPr marL="914400" lvl="1" indent="-279400" algn="ctr">
              <a:spcBef>
                <a:spcPts val="0"/>
              </a:spcBef>
              <a:spcAft>
                <a:spcPts val="0"/>
              </a:spcAft>
              <a:buSzPts val="800"/>
              <a:buChar char="○"/>
              <a:defRPr/>
            </a:lvl2pPr>
            <a:lvl3pPr marL="1371600" lvl="2" indent="-292100" algn="ctr">
              <a:spcBef>
                <a:spcPts val="0"/>
              </a:spcBef>
              <a:spcAft>
                <a:spcPts val="0"/>
              </a:spcAft>
              <a:buSzPts val="1000"/>
              <a:buChar char="■"/>
              <a:defRPr/>
            </a:lvl3pPr>
            <a:lvl4pPr marL="1828800" lvl="3" indent="-292100" algn="ctr">
              <a:spcBef>
                <a:spcPts val="0"/>
              </a:spcBef>
              <a:spcAft>
                <a:spcPts val="0"/>
              </a:spcAft>
              <a:buSzPts val="1000"/>
              <a:buChar char="●"/>
              <a:defRPr/>
            </a:lvl4pPr>
            <a:lvl5pPr marL="2286000" lvl="4" indent="-292100" algn="ctr">
              <a:spcBef>
                <a:spcPts val="0"/>
              </a:spcBef>
              <a:spcAft>
                <a:spcPts val="0"/>
              </a:spcAft>
              <a:buSzPts val="1000"/>
              <a:buChar char="○"/>
              <a:defRPr/>
            </a:lvl5pPr>
            <a:lvl6pPr marL="2743200" lvl="5" indent="-292100" algn="ctr">
              <a:spcBef>
                <a:spcPts val="0"/>
              </a:spcBef>
              <a:spcAft>
                <a:spcPts val="0"/>
              </a:spcAft>
              <a:buSzPts val="1000"/>
              <a:buChar char="■"/>
              <a:defRPr/>
            </a:lvl6pPr>
            <a:lvl7pPr marL="3200400" lvl="6" indent="-292100" algn="ctr">
              <a:spcBef>
                <a:spcPts val="0"/>
              </a:spcBef>
              <a:spcAft>
                <a:spcPts val="0"/>
              </a:spcAft>
              <a:buSzPts val="1000"/>
              <a:buChar char="●"/>
              <a:defRPr/>
            </a:lvl7pPr>
            <a:lvl8pPr marL="3657600" lvl="7" indent="-292100" algn="ctr">
              <a:spcBef>
                <a:spcPts val="0"/>
              </a:spcBef>
              <a:spcAft>
                <a:spcPts val="0"/>
              </a:spcAft>
              <a:buSzPts val="1000"/>
              <a:buChar char="○"/>
              <a:defRPr/>
            </a:lvl8pPr>
            <a:lvl9pPr marL="4114800" lvl="8" indent="-292100" algn="ctr">
              <a:spcBef>
                <a:spcPts val="0"/>
              </a:spcBef>
              <a:spcAft>
                <a:spcPts val="0"/>
              </a:spcAft>
              <a:buSzPts val="1000"/>
              <a:buChar char="■"/>
              <a:defRPr/>
            </a:lvl9pPr>
          </a:lstStyle>
          <a:p>
            <a:endParaRPr/>
          </a:p>
        </p:txBody>
      </p:sp>
      <p:sp>
        <p:nvSpPr>
          <p:cNvPr id="142" name="Google Shape;142;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3"/>
        <p:cNvGrpSpPr/>
        <p:nvPr/>
      </p:nvGrpSpPr>
      <p:grpSpPr>
        <a:xfrm>
          <a:off x="0" y="0"/>
          <a:ext cx="0" cy="0"/>
          <a:chOff x="0" y="0"/>
          <a:chExt cx="0" cy="0"/>
        </a:xfrm>
      </p:grpSpPr>
      <p:sp>
        <p:nvSpPr>
          <p:cNvPr id="144" name="Google Shape;144;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Agenda">
  <p:cSld name="CUSTOM_7_1">
    <p:spTree>
      <p:nvGrpSpPr>
        <p:cNvPr id="1" name="Shape 145"/>
        <p:cNvGrpSpPr/>
        <p:nvPr/>
      </p:nvGrpSpPr>
      <p:grpSpPr>
        <a:xfrm>
          <a:off x="0" y="0"/>
          <a:ext cx="0" cy="0"/>
          <a:chOff x="0" y="0"/>
          <a:chExt cx="0" cy="0"/>
        </a:xfrm>
      </p:grpSpPr>
      <p:sp>
        <p:nvSpPr>
          <p:cNvPr id="146" name="Google Shape;146;p37"/>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normAutofit/>
          </a:bodyPr>
          <a:lstStyle>
            <a:lvl1pPr lvl="0">
              <a:spcBef>
                <a:spcPts val="0"/>
              </a:spcBef>
              <a:spcAft>
                <a:spcPts val="0"/>
              </a:spcAft>
              <a:buSzPts val="4200"/>
              <a:buNone/>
              <a:defRPr sz="4200"/>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a:endParaRPr/>
          </a:p>
        </p:txBody>
      </p:sp>
      <p:sp>
        <p:nvSpPr>
          <p:cNvPr id="147" name="Google Shape;147;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48" name="Google Shape;148;p37"/>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149" name="Google Shape;149;p37"/>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150" name="Google Shape;150;p37"/>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151" name="Google Shape;151;p37"/>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152" name="Google Shape;152;p37"/>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153" name="Google Shape;153;p37"/>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body and image">
  <p:cSld name="CUSTOM_8_1">
    <p:spTree>
      <p:nvGrpSpPr>
        <p:cNvPr id="1" name="Shape 154"/>
        <p:cNvGrpSpPr/>
        <p:nvPr/>
      </p:nvGrpSpPr>
      <p:grpSpPr>
        <a:xfrm>
          <a:off x="0" y="0"/>
          <a:ext cx="0" cy="0"/>
          <a:chOff x="0" y="0"/>
          <a:chExt cx="0" cy="0"/>
        </a:xfrm>
      </p:grpSpPr>
      <p:sp>
        <p:nvSpPr>
          <p:cNvPr id="155" name="Google Shape;155;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a:endParaRPr/>
          </a:p>
        </p:txBody>
      </p:sp>
      <p:sp>
        <p:nvSpPr>
          <p:cNvPr id="156" name="Google Shape;156;p38"/>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57" name="Google Shape;157;p38"/>
          <p:cNvSpPr>
            <a:spLocks noGrp="1"/>
          </p:cNvSpPr>
          <p:nvPr>
            <p:ph type="pic" idx="2"/>
          </p:nvPr>
        </p:nvSpPr>
        <p:spPr>
          <a:xfrm>
            <a:off x="4992024" y="1152775"/>
            <a:ext cx="3840300" cy="3416400"/>
          </a:xfrm>
          <a:prstGeom prst="rect">
            <a:avLst/>
          </a:prstGeom>
          <a:noFill/>
          <a:ln>
            <a:noFill/>
          </a:ln>
        </p:spPr>
      </p:sp>
      <p:sp>
        <p:nvSpPr>
          <p:cNvPr id="158" name="Google Shape;158;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wo big ideas">
  <p:cSld name="CUSTOM_1">
    <p:spTree>
      <p:nvGrpSpPr>
        <p:cNvPr id="1" name="Shape 159"/>
        <p:cNvGrpSpPr/>
        <p:nvPr/>
      </p:nvGrpSpPr>
      <p:grpSpPr>
        <a:xfrm>
          <a:off x="0" y="0"/>
          <a:ext cx="0" cy="0"/>
          <a:chOff x="0" y="0"/>
          <a:chExt cx="0" cy="0"/>
        </a:xfrm>
      </p:grpSpPr>
      <p:sp>
        <p:nvSpPr>
          <p:cNvPr id="160" name="Google Shape;160;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61" name="Google Shape;161;p39"/>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62" name="Google Shape;162;p39"/>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63" name="Google Shape;163;p39"/>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64" name="Google Shape;164;p39"/>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165" name="Google Shape;165;p39"/>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hree big ideas">
  <p:cSld name="CUSTOM_2_2">
    <p:spTree>
      <p:nvGrpSpPr>
        <p:cNvPr id="1" name="Shape 166"/>
        <p:cNvGrpSpPr/>
        <p:nvPr/>
      </p:nvGrpSpPr>
      <p:grpSpPr>
        <a:xfrm>
          <a:off x="0" y="0"/>
          <a:ext cx="0" cy="0"/>
          <a:chOff x="0" y="0"/>
          <a:chExt cx="0" cy="0"/>
        </a:xfrm>
      </p:grpSpPr>
      <p:sp>
        <p:nvSpPr>
          <p:cNvPr id="167" name="Google Shape;167;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68" name="Google Shape;168;p40"/>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69" name="Google Shape;169;p40"/>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70" name="Google Shape;170;p40"/>
          <p:cNvSpPr txBox="1">
            <a:spLocks noGrp="1"/>
          </p:cNvSpPr>
          <p:nvPr>
            <p:ph type="body" idx="3"/>
          </p:nvPr>
        </p:nvSpPr>
        <p:spPr>
          <a:xfrm>
            <a:off x="6212275" y="2417500"/>
            <a:ext cx="2455500" cy="23736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71" name="Google Shape;171;p40"/>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72" name="Google Shape;172;p40"/>
          <p:cNvSpPr txBox="1">
            <a:spLocks noGrp="1"/>
          </p:cNvSpPr>
          <p:nvPr>
            <p:ph type="subTitle" idx="4"/>
          </p:nvPr>
        </p:nvSpPr>
        <p:spPr>
          <a:xfrm>
            <a:off x="483175" y="1336150"/>
            <a:ext cx="2455500" cy="778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173" name="Google Shape;173;p40"/>
          <p:cNvSpPr txBox="1">
            <a:spLocks noGrp="1"/>
          </p:cNvSpPr>
          <p:nvPr>
            <p:ph type="subTitle" idx="5"/>
          </p:nvPr>
        </p:nvSpPr>
        <p:spPr>
          <a:xfrm>
            <a:off x="3347725" y="1336150"/>
            <a:ext cx="2455500" cy="778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174" name="Google Shape;174;p40"/>
          <p:cNvSpPr txBox="1">
            <a:spLocks noGrp="1"/>
          </p:cNvSpPr>
          <p:nvPr>
            <p:ph type="subTitle" idx="6"/>
          </p:nvPr>
        </p:nvSpPr>
        <p:spPr>
          <a:xfrm>
            <a:off x="6212275" y="1336150"/>
            <a:ext cx="2455500" cy="778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Four big ideas">
  <p:cSld name="CUSTOM_3_1">
    <p:spTree>
      <p:nvGrpSpPr>
        <p:cNvPr id="1" name="Shape 175"/>
        <p:cNvGrpSpPr/>
        <p:nvPr/>
      </p:nvGrpSpPr>
      <p:grpSpPr>
        <a:xfrm>
          <a:off x="0" y="0"/>
          <a:ext cx="0" cy="0"/>
          <a:chOff x="0" y="0"/>
          <a:chExt cx="0" cy="0"/>
        </a:xfrm>
      </p:grpSpPr>
      <p:sp>
        <p:nvSpPr>
          <p:cNvPr id="176" name="Google Shape;176;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77" name="Google Shape;177;p41"/>
          <p:cNvSpPr txBox="1">
            <a:spLocks noGrp="1"/>
          </p:cNvSpPr>
          <p:nvPr>
            <p:ph type="body" idx="1"/>
          </p:nvPr>
        </p:nvSpPr>
        <p:spPr>
          <a:xfrm>
            <a:off x="366725" y="1759093"/>
            <a:ext cx="3838500" cy="11385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78" name="Google Shape;178;p41"/>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79" name="Google Shape;179;p41"/>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80" name="Google Shape;180;p41"/>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81" name="Google Shape;181;p41"/>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82" name="Google Shape;182;p41"/>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183" name="Google Shape;183;p41"/>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184" name="Google Shape;184;p41"/>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185" name="Google Shape;185;p41"/>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image">
  <p:cSld name="TITLE_ONLY_1_1">
    <p:spTree>
      <p:nvGrpSpPr>
        <p:cNvPr id="1" name="Shape 186"/>
        <p:cNvGrpSpPr/>
        <p:nvPr/>
      </p:nvGrpSpPr>
      <p:grpSpPr>
        <a:xfrm>
          <a:off x="0" y="0"/>
          <a:ext cx="0" cy="0"/>
          <a:chOff x="0" y="0"/>
          <a:chExt cx="0" cy="0"/>
        </a:xfrm>
      </p:grpSpPr>
      <p:sp>
        <p:nvSpPr>
          <p:cNvPr id="187" name="Google Shape;187;p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a:endParaRPr/>
          </a:p>
        </p:txBody>
      </p:sp>
      <p:sp>
        <p:nvSpPr>
          <p:cNvPr id="188" name="Google Shape;188;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89" name="Google Shape;189;p42"/>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wo storyboards">
  <p:cSld name="CUSTOM_4_1">
    <p:spTree>
      <p:nvGrpSpPr>
        <p:cNvPr id="1" name="Shape 190"/>
        <p:cNvGrpSpPr/>
        <p:nvPr/>
      </p:nvGrpSpPr>
      <p:grpSpPr>
        <a:xfrm>
          <a:off x="0" y="0"/>
          <a:ext cx="0" cy="0"/>
          <a:chOff x="0" y="0"/>
          <a:chExt cx="0" cy="0"/>
        </a:xfrm>
      </p:grpSpPr>
      <p:sp>
        <p:nvSpPr>
          <p:cNvPr id="191" name="Google Shape;191;p43"/>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92" name="Google Shape;192;p43"/>
          <p:cNvSpPr>
            <a:spLocks noGrp="1"/>
          </p:cNvSpPr>
          <p:nvPr>
            <p:ph type="pic" idx="2"/>
          </p:nvPr>
        </p:nvSpPr>
        <p:spPr>
          <a:xfrm>
            <a:off x="4804825" y="1133300"/>
            <a:ext cx="4027500" cy="2392800"/>
          </a:xfrm>
          <a:prstGeom prst="rect">
            <a:avLst/>
          </a:prstGeom>
          <a:noFill/>
          <a:ln>
            <a:noFill/>
          </a:ln>
        </p:spPr>
      </p:sp>
      <p:sp>
        <p:nvSpPr>
          <p:cNvPr id="193" name="Google Shape;193;p43"/>
          <p:cNvSpPr>
            <a:spLocks noGrp="1"/>
          </p:cNvSpPr>
          <p:nvPr>
            <p:ph type="pic" idx="3"/>
          </p:nvPr>
        </p:nvSpPr>
        <p:spPr>
          <a:xfrm>
            <a:off x="311725" y="1133300"/>
            <a:ext cx="4027500" cy="2392800"/>
          </a:xfrm>
          <a:prstGeom prst="rect">
            <a:avLst/>
          </a:prstGeom>
          <a:noFill/>
          <a:ln>
            <a:noFill/>
          </a:ln>
        </p:spPr>
      </p:sp>
      <p:sp>
        <p:nvSpPr>
          <p:cNvPr id="194" name="Google Shape;194;p43"/>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95" name="Google Shape;195;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96" name="Google Shape;196;p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a:endParaRPr/>
          </a:p>
        </p:txBody>
      </p:sp>
      <p:sp>
        <p:nvSpPr>
          <p:cNvPr id="197" name="Google Shape;197;p43"/>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a:endParaRPr/>
          </a:p>
        </p:txBody>
      </p:sp>
      <p:sp>
        <p:nvSpPr>
          <p:cNvPr id="198" name="Google Shape;198;p43"/>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hree storyboards">
  <p:cSld name="CUSTOM_4_1_1">
    <p:spTree>
      <p:nvGrpSpPr>
        <p:cNvPr id="1" name="Shape 199"/>
        <p:cNvGrpSpPr/>
        <p:nvPr/>
      </p:nvGrpSpPr>
      <p:grpSpPr>
        <a:xfrm>
          <a:off x="0" y="0"/>
          <a:ext cx="0" cy="0"/>
          <a:chOff x="0" y="0"/>
          <a:chExt cx="0" cy="0"/>
        </a:xfrm>
      </p:grpSpPr>
      <p:sp>
        <p:nvSpPr>
          <p:cNvPr id="200" name="Google Shape;200;p44"/>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01" name="Google Shape;201;p44"/>
          <p:cNvSpPr>
            <a:spLocks noGrp="1"/>
          </p:cNvSpPr>
          <p:nvPr>
            <p:ph type="pic" idx="2"/>
          </p:nvPr>
        </p:nvSpPr>
        <p:spPr>
          <a:xfrm>
            <a:off x="6205225" y="1128325"/>
            <a:ext cx="2627100" cy="2273100"/>
          </a:xfrm>
          <a:prstGeom prst="rect">
            <a:avLst/>
          </a:prstGeom>
          <a:noFill/>
          <a:ln>
            <a:noFill/>
          </a:ln>
        </p:spPr>
      </p:sp>
      <p:sp>
        <p:nvSpPr>
          <p:cNvPr id="202" name="Google Shape;202;p44"/>
          <p:cNvSpPr>
            <a:spLocks noGrp="1"/>
          </p:cNvSpPr>
          <p:nvPr>
            <p:ph type="pic" idx="3"/>
          </p:nvPr>
        </p:nvSpPr>
        <p:spPr>
          <a:xfrm>
            <a:off x="311725" y="1128325"/>
            <a:ext cx="2627100" cy="2273100"/>
          </a:xfrm>
          <a:prstGeom prst="rect">
            <a:avLst/>
          </a:prstGeom>
          <a:noFill/>
          <a:ln>
            <a:noFill/>
          </a:ln>
        </p:spPr>
      </p:sp>
      <p:sp>
        <p:nvSpPr>
          <p:cNvPr id="203" name="Google Shape;203;p44"/>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04" name="Google Shape;204;p44"/>
          <p:cNvSpPr>
            <a:spLocks noGrp="1"/>
          </p:cNvSpPr>
          <p:nvPr>
            <p:ph type="pic" idx="5"/>
          </p:nvPr>
        </p:nvSpPr>
        <p:spPr>
          <a:xfrm>
            <a:off x="3255250" y="1128325"/>
            <a:ext cx="2627100" cy="2273100"/>
          </a:xfrm>
          <a:prstGeom prst="rect">
            <a:avLst/>
          </a:prstGeom>
          <a:noFill/>
          <a:ln>
            <a:noFill/>
          </a:ln>
        </p:spPr>
      </p:sp>
      <p:sp>
        <p:nvSpPr>
          <p:cNvPr id="205" name="Google Shape;205;p44"/>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06" name="Google Shape;206;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07" name="Google Shape;207;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a:endParaRPr/>
          </a:p>
        </p:txBody>
      </p:sp>
      <p:sp>
        <p:nvSpPr>
          <p:cNvPr id="208" name="Google Shape;208;p44"/>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a:endParaRPr/>
          </a:p>
        </p:txBody>
      </p:sp>
      <p:sp>
        <p:nvSpPr>
          <p:cNvPr id="209" name="Google Shape;209;p44"/>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a:endParaRPr/>
          </a:p>
        </p:txBody>
      </p:sp>
      <p:sp>
        <p:nvSpPr>
          <p:cNvPr id="210" name="Google Shape;210;p44"/>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Image only">
  <p:cSld name="CUSTOM_5_1">
    <p:spTree>
      <p:nvGrpSpPr>
        <p:cNvPr id="1" name="Shape 211"/>
        <p:cNvGrpSpPr/>
        <p:nvPr/>
      </p:nvGrpSpPr>
      <p:grpSpPr>
        <a:xfrm>
          <a:off x="0" y="0"/>
          <a:ext cx="0" cy="0"/>
          <a:chOff x="0" y="0"/>
          <a:chExt cx="0" cy="0"/>
        </a:xfrm>
      </p:grpSpPr>
      <p:sp>
        <p:nvSpPr>
          <p:cNvPr id="212" name="Google Shape;212;p45"/>
          <p:cNvSpPr>
            <a:spLocks noGrp="1"/>
          </p:cNvSpPr>
          <p:nvPr>
            <p:ph type="pic" idx="2"/>
          </p:nvPr>
        </p:nvSpPr>
        <p:spPr>
          <a:xfrm>
            <a:off x="311700" y="445025"/>
            <a:ext cx="8520600" cy="4218300"/>
          </a:xfrm>
          <a:prstGeom prst="rect">
            <a:avLst/>
          </a:prstGeom>
          <a:noFill/>
          <a:ln>
            <a:noFill/>
          </a:ln>
        </p:spPr>
      </p:sp>
      <p:sp>
        <p:nvSpPr>
          <p:cNvPr id="213" name="Google Shape;213;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Image grid">
  <p:cSld name="CUSTOM_6_1">
    <p:spTree>
      <p:nvGrpSpPr>
        <p:cNvPr id="1" name="Shape 214"/>
        <p:cNvGrpSpPr/>
        <p:nvPr/>
      </p:nvGrpSpPr>
      <p:grpSpPr>
        <a:xfrm>
          <a:off x="0" y="0"/>
          <a:ext cx="0" cy="0"/>
          <a:chOff x="0" y="0"/>
          <a:chExt cx="0" cy="0"/>
        </a:xfrm>
      </p:grpSpPr>
      <p:sp>
        <p:nvSpPr>
          <p:cNvPr id="215" name="Google Shape;215;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16" name="Google Shape;216;p46"/>
          <p:cNvSpPr>
            <a:spLocks noGrp="1"/>
          </p:cNvSpPr>
          <p:nvPr>
            <p:ph type="pic" idx="2"/>
          </p:nvPr>
        </p:nvSpPr>
        <p:spPr>
          <a:xfrm>
            <a:off x="3389600" y="118913"/>
            <a:ext cx="1643700" cy="1535100"/>
          </a:xfrm>
          <a:prstGeom prst="rect">
            <a:avLst/>
          </a:prstGeom>
          <a:noFill/>
          <a:ln>
            <a:noFill/>
          </a:ln>
        </p:spPr>
      </p:sp>
      <p:sp>
        <p:nvSpPr>
          <p:cNvPr id="217" name="Google Shape;217;p46"/>
          <p:cNvSpPr>
            <a:spLocks noGrp="1"/>
          </p:cNvSpPr>
          <p:nvPr>
            <p:ph type="pic" idx="3"/>
          </p:nvPr>
        </p:nvSpPr>
        <p:spPr>
          <a:xfrm>
            <a:off x="5195935" y="118913"/>
            <a:ext cx="1643700" cy="1535100"/>
          </a:xfrm>
          <a:prstGeom prst="rect">
            <a:avLst/>
          </a:prstGeom>
          <a:noFill/>
          <a:ln>
            <a:noFill/>
          </a:ln>
        </p:spPr>
      </p:sp>
      <p:sp>
        <p:nvSpPr>
          <p:cNvPr id="218" name="Google Shape;218;p46"/>
          <p:cNvSpPr>
            <a:spLocks noGrp="1"/>
          </p:cNvSpPr>
          <p:nvPr>
            <p:ph type="pic" idx="4"/>
          </p:nvPr>
        </p:nvSpPr>
        <p:spPr>
          <a:xfrm>
            <a:off x="7002270" y="118913"/>
            <a:ext cx="1643700" cy="1535100"/>
          </a:xfrm>
          <a:prstGeom prst="rect">
            <a:avLst/>
          </a:prstGeom>
          <a:noFill/>
          <a:ln>
            <a:noFill/>
          </a:ln>
        </p:spPr>
      </p:sp>
      <p:sp>
        <p:nvSpPr>
          <p:cNvPr id="219" name="Google Shape;219;p46"/>
          <p:cNvSpPr>
            <a:spLocks noGrp="1"/>
          </p:cNvSpPr>
          <p:nvPr>
            <p:ph type="pic" idx="5"/>
          </p:nvPr>
        </p:nvSpPr>
        <p:spPr>
          <a:xfrm>
            <a:off x="3389588" y="1804212"/>
            <a:ext cx="1643700" cy="1535100"/>
          </a:xfrm>
          <a:prstGeom prst="rect">
            <a:avLst/>
          </a:prstGeom>
          <a:noFill/>
          <a:ln>
            <a:noFill/>
          </a:ln>
        </p:spPr>
      </p:sp>
      <p:sp>
        <p:nvSpPr>
          <p:cNvPr id="220" name="Google Shape;220;p46"/>
          <p:cNvSpPr>
            <a:spLocks noGrp="1"/>
          </p:cNvSpPr>
          <p:nvPr>
            <p:ph type="pic" idx="6"/>
          </p:nvPr>
        </p:nvSpPr>
        <p:spPr>
          <a:xfrm>
            <a:off x="5195922" y="1804212"/>
            <a:ext cx="1643700" cy="1535100"/>
          </a:xfrm>
          <a:prstGeom prst="rect">
            <a:avLst/>
          </a:prstGeom>
          <a:noFill/>
          <a:ln>
            <a:noFill/>
          </a:ln>
        </p:spPr>
      </p:sp>
      <p:sp>
        <p:nvSpPr>
          <p:cNvPr id="221" name="Google Shape;221;p46"/>
          <p:cNvSpPr>
            <a:spLocks noGrp="1"/>
          </p:cNvSpPr>
          <p:nvPr>
            <p:ph type="pic" idx="7"/>
          </p:nvPr>
        </p:nvSpPr>
        <p:spPr>
          <a:xfrm>
            <a:off x="7002257" y="1804212"/>
            <a:ext cx="1643700" cy="1535100"/>
          </a:xfrm>
          <a:prstGeom prst="rect">
            <a:avLst/>
          </a:prstGeom>
          <a:noFill/>
          <a:ln>
            <a:noFill/>
          </a:ln>
        </p:spPr>
      </p:sp>
      <p:sp>
        <p:nvSpPr>
          <p:cNvPr id="222" name="Google Shape;222;p46"/>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a:endParaRPr/>
          </a:p>
        </p:txBody>
      </p:sp>
      <p:sp>
        <p:nvSpPr>
          <p:cNvPr id="223" name="Google Shape;223;p46"/>
          <p:cNvSpPr>
            <a:spLocks noGrp="1"/>
          </p:cNvSpPr>
          <p:nvPr>
            <p:ph type="pic" idx="8"/>
          </p:nvPr>
        </p:nvSpPr>
        <p:spPr>
          <a:xfrm>
            <a:off x="3389588" y="3489487"/>
            <a:ext cx="1643700" cy="1535100"/>
          </a:xfrm>
          <a:prstGeom prst="rect">
            <a:avLst/>
          </a:prstGeom>
          <a:noFill/>
          <a:ln>
            <a:noFill/>
          </a:ln>
        </p:spPr>
      </p:sp>
      <p:sp>
        <p:nvSpPr>
          <p:cNvPr id="224" name="Google Shape;224;p46"/>
          <p:cNvSpPr>
            <a:spLocks noGrp="1"/>
          </p:cNvSpPr>
          <p:nvPr>
            <p:ph type="pic" idx="9"/>
          </p:nvPr>
        </p:nvSpPr>
        <p:spPr>
          <a:xfrm>
            <a:off x="5195922" y="3489487"/>
            <a:ext cx="1643700" cy="1535100"/>
          </a:xfrm>
          <a:prstGeom prst="rect">
            <a:avLst/>
          </a:prstGeom>
          <a:noFill/>
          <a:ln>
            <a:noFill/>
          </a:ln>
        </p:spPr>
      </p:sp>
      <p:sp>
        <p:nvSpPr>
          <p:cNvPr id="225" name="Google Shape;225;p46"/>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Custom title slide" type="title">
  <p:cSld name="TITLE">
    <p:bg>
      <p:bgPr>
        <a:solidFill>
          <a:schemeClr val="dk1"/>
        </a:solidFill>
        <a:effectLst/>
      </p:bgPr>
    </p:bg>
    <p:spTree>
      <p:nvGrpSpPr>
        <p:cNvPr id="1" name="Shape 226"/>
        <p:cNvGrpSpPr/>
        <p:nvPr/>
      </p:nvGrpSpPr>
      <p:grpSpPr>
        <a:xfrm>
          <a:off x="0" y="0"/>
          <a:ext cx="0" cy="0"/>
          <a:chOff x="0" y="0"/>
          <a:chExt cx="0" cy="0"/>
        </a:xfrm>
      </p:grpSpPr>
      <p:sp>
        <p:nvSpPr>
          <p:cNvPr id="227" name="Google Shape;227;p47"/>
          <p:cNvSpPr txBox="1">
            <a:spLocks noGrp="1"/>
          </p:cNvSpPr>
          <p:nvPr>
            <p:ph type="body" idx="1"/>
          </p:nvPr>
        </p:nvSpPr>
        <p:spPr>
          <a:xfrm>
            <a:off x="196951" y="4737750"/>
            <a:ext cx="1860300" cy="209100"/>
          </a:xfrm>
          <a:prstGeom prst="rect">
            <a:avLst/>
          </a:prstGeom>
        </p:spPr>
        <p:txBody>
          <a:bodyPr spcFirstLastPara="1" wrap="square" lIns="91425" tIns="91425" rIns="91425" bIns="91425" anchor="ctr" anchorCtr="0">
            <a:noAutofit/>
          </a:bodyPr>
          <a:lstStyle>
            <a:lvl1pPr marL="457200" lvl="0" indent="-279400">
              <a:spcBef>
                <a:spcPts val="0"/>
              </a:spcBef>
              <a:spcAft>
                <a:spcPts val="0"/>
              </a:spcAft>
              <a:buClr>
                <a:schemeClr val="lt1"/>
              </a:buClr>
              <a:buSzPts val="800"/>
              <a:buChar char="●"/>
              <a:defRPr sz="800">
                <a:solidFill>
                  <a:schemeClr val="lt1"/>
                </a:solidFill>
              </a:defRPr>
            </a:lvl1pPr>
            <a:lvl2pPr marL="914400" lvl="1" indent="-279400">
              <a:spcBef>
                <a:spcPts val="0"/>
              </a:spcBef>
              <a:spcAft>
                <a:spcPts val="0"/>
              </a:spcAft>
              <a:buClr>
                <a:schemeClr val="lt1"/>
              </a:buClr>
              <a:buSzPts val="800"/>
              <a:buChar char="○"/>
              <a:defRPr>
                <a:solidFill>
                  <a:schemeClr val="lt1"/>
                </a:solidFill>
              </a:defRPr>
            </a:lvl2pPr>
            <a:lvl3pPr marL="1371600" lvl="2" indent="-279400">
              <a:spcBef>
                <a:spcPts val="0"/>
              </a:spcBef>
              <a:spcAft>
                <a:spcPts val="0"/>
              </a:spcAft>
              <a:buClr>
                <a:schemeClr val="lt1"/>
              </a:buClr>
              <a:buSzPts val="800"/>
              <a:buChar char="■"/>
              <a:defRPr sz="800">
                <a:solidFill>
                  <a:schemeClr val="lt1"/>
                </a:solidFill>
              </a:defRPr>
            </a:lvl3pPr>
            <a:lvl4pPr marL="1828800" lvl="3" indent="-279400">
              <a:spcBef>
                <a:spcPts val="0"/>
              </a:spcBef>
              <a:spcAft>
                <a:spcPts val="0"/>
              </a:spcAft>
              <a:buClr>
                <a:schemeClr val="lt1"/>
              </a:buClr>
              <a:buSzPts val="800"/>
              <a:buChar char="●"/>
              <a:defRPr sz="800">
                <a:solidFill>
                  <a:schemeClr val="lt1"/>
                </a:solidFill>
              </a:defRPr>
            </a:lvl4pPr>
            <a:lvl5pPr marL="2286000" lvl="4" indent="-279400">
              <a:spcBef>
                <a:spcPts val="0"/>
              </a:spcBef>
              <a:spcAft>
                <a:spcPts val="0"/>
              </a:spcAft>
              <a:buClr>
                <a:schemeClr val="lt1"/>
              </a:buClr>
              <a:buSzPts val="800"/>
              <a:buChar char="○"/>
              <a:defRPr sz="800">
                <a:solidFill>
                  <a:schemeClr val="lt1"/>
                </a:solidFill>
              </a:defRPr>
            </a:lvl5pPr>
            <a:lvl6pPr marL="2743200" lvl="5" indent="-279400">
              <a:spcBef>
                <a:spcPts val="0"/>
              </a:spcBef>
              <a:spcAft>
                <a:spcPts val="0"/>
              </a:spcAft>
              <a:buClr>
                <a:schemeClr val="lt1"/>
              </a:buClr>
              <a:buSzPts val="800"/>
              <a:buChar char="■"/>
              <a:defRPr sz="800">
                <a:solidFill>
                  <a:schemeClr val="lt1"/>
                </a:solidFill>
              </a:defRPr>
            </a:lvl6pPr>
            <a:lvl7pPr marL="3200400" lvl="6" indent="-279400">
              <a:spcBef>
                <a:spcPts val="0"/>
              </a:spcBef>
              <a:spcAft>
                <a:spcPts val="0"/>
              </a:spcAft>
              <a:buClr>
                <a:schemeClr val="lt1"/>
              </a:buClr>
              <a:buSzPts val="800"/>
              <a:buChar char="●"/>
              <a:defRPr sz="800">
                <a:solidFill>
                  <a:schemeClr val="lt1"/>
                </a:solidFill>
              </a:defRPr>
            </a:lvl7pPr>
            <a:lvl8pPr marL="3657600" lvl="7" indent="-279400">
              <a:spcBef>
                <a:spcPts val="0"/>
              </a:spcBef>
              <a:spcAft>
                <a:spcPts val="0"/>
              </a:spcAft>
              <a:buClr>
                <a:schemeClr val="lt1"/>
              </a:buClr>
              <a:buSzPts val="800"/>
              <a:buChar char="○"/>
              <a:defRPr sz="800">
                <a:solidFill>
                  <a:schemeClr val="lt1"/>
                </a:solidFill>
              </a:defRPr>
            </a:lvl8pPr>
            <a:lvl9pPr marL="4114800" lvl="8" indent="-279400">
              <a:spcBef>
                <a:spcPts val="0"/>
              </a:spcBef>
              <a:spcAft>
                <a:spcPts val="0"/>
              </a:spcAft>
              <a:buClr>
                <a:schemeClr val="lt1"/>
              </a:buClr>
              <a:buSzPts val="800"/>
              <a:buChar char="■"/>
              <a:defRPr sz="800">
                <a:solidFill>
                  <a:schemeClr val="lt1"/>
                </a:solidFill>
              </a:defRPr>
            </a:lvl9pPr>
          </a:lstStyle>
          <a:p>
            <a:endParaRPr/>
          </a:p>
        </p:txBody>
      </p:sp>
      <p:sp>
        <p:nvSpPr>
          <p:cNvPr id="228" name="Google Shape;228;p47"/>
          <p:cNvSpPr txBox="1">
            <a:spLocks noGrp="1"/>
          </p:cNvSpPr>
          <p:nvPr>
            <p:ph type="ctrTitle"/>
          </p:nvPr>
        </p:nvSpPr>
        <p:spPr>
          <a:xfrm>
            <a:off x="196950" y="223825"/>
            <a:ext cx="8011800" cy="1877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6750"/>
              <a:buNone/>
              <a:defRPr sz="6750">
                <a:solidFill>
                  <a:schemeClr val="lt1"/>
                </a:solidFill>
              </a:defRPr>
            </a:lvl1pPr>
            <a:lvl2pPr lvl="1">
              <a:spcBef>
                <a:spcPts val="0"/>
              </a:spcBef>
              <a:spcAft>
                <a:spcPts val="0"/>
              </a:spcAft>
              <a:buClr>
                <a:schemeClr val="lt1"/>
              </a:buClr>
              <a:buSzPts val="5200"/>
              <a:buNone/>
              <a:defRPr sz="5200">
                <a:solidFill>
                  <a:schemeClr val="lt1"/>
                </a:solidFill>
              </a:defRPr>
            </a:lvl2pPr>
            <a:lvl3pPr lvl="2">
              <a:spcBef>
                <a:spcPts val="0"/>
              </a:spcBef>
              <a:spcAft>
                <a:spcPts val="0"/>
              </a:spcAft>
              <a:buClr>
                <a:schemeClr val="lt1"/>
              </a:buClr>
              <a:buSzPts val="5200"/>
              <a:buNone/>
              <a:defRPr sz="5200">
                <a:solidFill>
                  <a:schemeClr val="lt1"/>
                </a:solidFill>
              </a:defRPr>
            </a:lvl3pPr>
            <a:lvl4pPr lvl="3">
              <a:spcBef>
                <a:spcPts val="0"/>
              </a:spcBef>
              <a:spcAft>
                <a:spcPts val="0"/>
              </a:spcAft>
              <a:buClr>
                <a:schemeClr val="lt1"/>
              </a:buClr>
              <a:buSzPts val="5200"/>
              <a:buNone/>
              <a:defRPr sz="5200">
                <a:solidFill>
                  <a:schemeClr val="lt1"/>
                </a:solidFill>
              </a:defRPr>
            </a:lvl4pPr>
            <a:lvl5pPr lvl="4">
              <a:spcBef>
                <a:spcPts val="0"/>
              </a:spcBef>
              <a:spcAft>
                <a:spcPts val="0"/>
              </a:spcAft>
              <a:buClr>
                <a:schemeClr val="lt1"/>
              </a:buClr>
              <a:buSzPts val="5200"/>
              <a:buNone/>
              <a:defRPr sz="5200">
                <a:solidFill>
                  <a:schemeClr val="lt1"/>
                </a:solidFill>
              </a:defRPr>
            </a:lvl5pPr>
            <a:lvl6pPr lvl="5">
              <a:spcBef>
                <a:spcPts val="0"/>
              </a:spcBef>
              <a:spcAft>
                <a:spcPts val="0"/>
              </a:spcAft>
              <a:buClr>
                <a:schemeClr val="lt1"/>
              </a:buClr>
              <a:buSzPts val="5200"/>
              <a:buNone/>
              <a:defRPr sz="5200">
                <a:solidFill>
                  <a:schemeClr val="lt1"/>
                </a:solidFill>
              </a:defRPr>
            </a:lvl6pPr>
            <a:lvl7pPr lvl="6">
              <a:spcBef>
                <a:spcPts val="0"/>
              </a:spcBef>
              <a:spcAft>
                <a:spcPts val="0"/>
              </a:spcAft>
              <a:buClr>
                <a:schemeClr val="lt1"/>
              </a:buClr>
              <a:buSzPts val="5200"/>
              <a:buNone/>
              <a:defRPr sz="5200">
                <a:solidFill>
                  <a:schemeClr val="lt1"/>
                </a:solidFill>
              </a:defRPr>
            </a:lvl7pPr>
            <a:lvl8pPr lvl="7">
              <a:spcBef>
                <a:spcPts val="0"/>
              </a:spcBef>
              <a:spcAft>
                <a:spcPts val="0"/>
              </a:spcAft>
              <a:buClr>
                <a:schemeClr val="lt1"/>
              </a:buClr>
              <a:buSzPts val="5200"/>
              <a:buNone/>
              <a:defRPr sz="5200">
                <a:solidFill>
                  <a:schemeClr val="lt1"/>
                </a:solidFill>
              </a:defRPr>
            </a:lvl8pPr>
            <a:lvl9pPr lvl="8">
              <a:spcBef>
                <a:spcPts val="0"/>
              </a:spcBef>
              <a:spcAft>
                <a:spcPts val="0"/>
              </a:spcAft>
              <a:buClr>
                <a:schemeClr val="lt1"/>
              </a:buClr>
              <a:buSzPts val="5200"/>
              <a:buNone/>
              <a:defRPr sz="5200">
                <a:solidFill>
                  <a:schemeClr val="lt1"/>
                </a:solidFill>
              </a:defRPr>
            </a:lvl9pPr>
          </a:lstStyle>
          <a:p>
            <a:endParaRPr/>
          </a:p>
        </p:txBody>
      </p:sp>
      <p:sp>
        <p:nvSpPr>
          <p:cNvPr id="229" name="Google Shape;229;p47"/>
          <p:cNvSpPr txBox="1">
            <a:spLocks noGrp="1"/>
          </p:cNvSpPr>
          <p:nvPr>
            <p:ph type="subTitle" idx="2"/>
          </p:nvPr>
        </p:nvSpPr>
        <p:spPr>
          <a:xfrm>
            <a:off x="196950" y="2171250"/>
            <a:ext cx="3986700" cy="555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1850"/>
              <a:buFont typeface="DM Sans Medium"/>
              <a:buNone/>
              <a:defRPr sz="1850">
                <a:solidFill>
                  <a:schemeClr val="lt1"/>
                </a:solidFill>
                <a:latin typeface="DM Sans Medium"/>
                <a:ea typeface="DM Sans Medium"/>
                <a:cs typeface="DM Sans Medium"/>
                <a:sym typeface="DM Sans Medium"/>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a:endParaRPr/>
          </a:p>
        </p:txBody>
      </p:sp>
      <p:sp>
        <p:nvSpPr>
          <p:cNvPr id="230" name="Google Shape;230;p47"/>
          <p:cNvSpPr>
            <a:spLocks noGrp="1"/>
          </p:cNvSpPr>
          <p:nvPr>
            <p:ph type="pic" idx="3"/>
          </p:nvPr>
        </p:nvSpPr>
        <p:spPr>
          <a:xfrm>
            <a:off x="4437578" y="2171250"/>
            <a:ext cx="4509600" cy="2775600"/>
          </a:xfrm>
          <a:prstGeom prst="round2DiagRect">
            <a:avLst>
              <a:gd name="adj1" fmla="val 16667"/>
              <a:gd name="adj2" fmla="val 0"/>
            </a:avLst>
          </a:prstGeom>
          <a:noFill/>
          <a:ln>
            <a:noFill/>
          </a:ln>
        </p:spPr>
      </p:sp>
      <p:sp>
        <p:nvSpPr>
          <p:cNvPr id="231" name="Google Shape;231;p47"/>
          <p:cNvSpPr txBox="1">
            <a:spLocks noGrp="1"/>
          </p:cNvSpPr>
          <p:nvPr>
            <p:ph type="body" idx="4"/>
          </p:nvPr>
        </p:nvSpPr>
        <p:spPr>
          <a:xfrm>
            <a:off x="7087526" y="196725"/>
            <a:ext cx="1933500" cy="209100"/>
          </a:xfrm>
          <a:prstGeom prst="rect">
            <a:avLst/>
          </a:prstGeom>
        </p:spPr>
        <p:txBody>
          <a:bodyPr spcFirstLastPara="1" wrap="square" lIns="91425" tIns="91425" rIns="91425" bIns="91425" anchor="ctr" anchorCtr="0">
            <a:noAutofit/>
          </a:bodyPr>
          <a:lstStyle>
            <a:lvl1pPr marL="457200" lvl="0" indent="-279400" algn="r">
              <a:spcBef>
                <a:spcPts val="0"/>
              </a:spcBef>
              <a:spcAft>
                <a:spcPts val="0"/>
              </a:spcAft>
              <a:buClr>
                <a:schemeClr val="lt1"/>
              </a:buClr>
              <a:buSzPts val="800"/>
              <a:buChar char="●"/>
              <a:defRPr sz="800">
                <a:solidFill>
                  <a:schemeClr val="lt1"/>
                </a:solidFill>
              </a:defRPr>
            </a:lvl1pPr>
            <a:lvl2pPr marL="914400" lvl="1" indent="-279400" algn="r">
              <a:spcBef>
                <a:spcPts val="0"/>
              </a:spcBef>
              <a:spcAft>
                <a:spcPts val="0"/>
              </a:spcAft>
              <a:buClr>
                <a:schemeClr val="lt1"/>
              </a:buClr>
              <a:buSzPts val="800"/>
              <a:buChar char="○"/>
              <a:defRPr>
                <a:solidFill>
                  <a:schemeClr val="lt1"/>
                </a:solidFill>
              </a:defRPr>
            </a:lvl2pPr>
            <a:lvl3pPr marL="1371600" lvl="2" indent="-279400" algn="r">
              <a:spcBef>
                <a:spcPts val="0"/>
              </a:spcBef>
              <a:spcAft>
                <a:spcPts val="0"/>
              </a:spcAft>
              <a:buClr>
                <a:schemeClr val="lt1"/>
              </a:buClr>
              <a:buSzPts val="800"/>
              <a:buChar char="■"/>
              <a:defRPr sz="800">
                <a:solidFill>
                  <a:schemeClr val="lt1"/>
                </a:solidFill>
              </a:defRPr>
            </a:lvl3pPr>
            <a:lvl4pPr marL="1828800" lvl="3" indent="-279400" algn="r">
              <a:spcBef>
                <a:spcPts val="0"/>
              </a:spcBef>
              <a:spcAft>
                <a:spcPts val="0"/>
              </a:spcAft>
              <a:buClr>
                <a:schemeClr val="lt1"/>
              </a:buClr>
              <a:buSzPts val="800"/>
              <a:buChar char="●"/>
              <a:defRPr sz="800">
                <a:solidFill>
                  <a:schemeClr val="lt1"/>
                </a:solidFill>
              </a:defRPr>
            </a:lvl4pPr>
            <a:lvl5pPr marL="2286000" lvl="4" indent="-279400" algn="r">
              <a:spcBef>
                <a:spcPts val="0"/>
              </a:spcBef>
              <a:spcAft>
                <a:spcPts val="0"/>
              </a:spcAft>
              <a:buClr>
                <a:schemeClr val="lt1"/>
              </a:buClr>
              <a:buSzPts val="800"/>
              <a:buChar char="○"/>
              <a:defRPr sz="800">
                <a:solidFill>
                  <a:schemeClr val="lt1"/>
                </a:solidFill>
              </a:defRPr>
            </a:lvl5pPr>
            <a:lvl6pPr marL="2743200" lvl="5" indent="-279400" algn="r">
              <a:spcBef>
                <a:spcPts val="0"/>
              </a:spcBef>
              <a:spcAft>
                <a:spcPts val="0"/>
              </a:spcAft>
              <a:buClr>
                <a:schemeClr val="lt1"/>
              </a:buClr>
              <a:buSzPts val="800"/>
              <a:buChar char="■"/>
              <a:defRPr sz="800">
                <a:solidFill>
                  <a:schemeClr val="lt1"/>
                </a:solidFill>
              </a:defRPr>
            </a:lvl6pPr>
            <a:lvl7pPr marL="3200400" lvl="6" indent="-279400" algn="r">
              <a:spcBef>
                <a:spcPts val="0"/>
              </a:spcBef>
              <a:spcAft>
                <a:spcPts val="0"/>
              </a:spcAft>
              <a:buClr>
                <a:schemeClr val="lt1"/>
              </a:buClr>
              <a:buSzPts val="800"/>
              <a:buChar char="●"/>
              <a:defRPr sz="800">
                <a:solidFill>
                  <a:schemeClr val="lt1"/>
                </a:solidFill>
              </a:defRPr>
            </a:lvl7pPr>
            <a:lvl8pPr marL="3657600" lvl="7" indent="-279400" algn="r">
              <a:spcBef>
                <a:spcPts val="0"/>
              </a:spcBef>
              <a:spcAft>
                <a:spcPts val="0"/>
              </a:spcAft>
              <a:buClr>
                <a:schemeClr val="lt1"/>
              </a:buClr>
              <a:buSzPts val="800"/>
              <a:buChar char="○"/>
              <a:defRPr sz="800">
                <a:solidFill>
                  <a:schemeClr val="lt1"/>
                </a:solidFill>
              </a:defRPr>
            </a:lvl8pPr>
            <a:lvl9pPr marL="4114800" lvl="8" indent="-279400" algn="r">
              <a:spcBef>
                <a:spcPts val="0"/>
              </a:spcBef>
              <a:spcAft>
                <a:spcPts val="0"/>
              </a:spcAft>
              <a:buClr>
                <a:schemeClr val="lt1"/>
              </a:buClr>
              <a:buSzPts val="800"/>
              <a:buChar char="■"/>
              <a:defRPr sz="800">
                <a:solidFill>
                  <a:schemeClr val="lt1"/>
                </a:solidFill>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number" type="secHead">
  <p:cSld name="SECTION_HEADER">
    <p:spTree>
      <p:nvGrpSpPr>
        <p:cNvPr id="1" name="Shape 232"/>
        <p:cNvGrpSpPr/>
        <p:nvPr/>
      </p:nvGrpSpPr>
      <p:grpSpPr>
        <a:xfrm>
          <a:off x="0" y="0"/>
          <a:ext cx="0" cy="0"/>
          <a:chOff x="0" y="0"/>
          <a:chExt cx="0" cy="0"/>
        </a:xfrm>
      </p:grpSpPr>
      <p:sp>
        <p:nvSpPr>
          <p:cNvPr id="233" name="Google Shape;233;p48"/>
          <p:cNvSpPr txBox="1">
            <a:spLocks noGrp="1"/>
          </p:cNvSpPr>
          <p:nvPr>
            <p:ph type="title"/>
          </p:nvPr>
        </p:nvSpPr>
        <p:spPr>
          <a:xfrm>
            <a:off x="511953" y="588599"/>
            <a:ext cx="74643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34" name="Google Shape;234;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35" name="Google Shape;235;p48"/>
          <p:cNvSpPr txBox="1">
            <a:spLocks noGrp="1"/>
          </p:cNvSpPr>
          <p:nvPr>
            <p:ph type="title" idx="2"/>
          </p:nvPr>
        </p:nvSpPr>
        <p:spPr>
          <a:xfrm>
            <a:off x="511953" y="1430399"/>
            <a:ext cx="74643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36" name="Google Shape;236;p48"/>
          <p:cNvSpPr txBox="1">
            <a:spLocks noGrp="1"/>
          </p:cNvSpPr>
          <p:nvPr>
            <p:ph type="title" idx="3"/>
          </p:nvPr>
        </p:nvSpPr>
        <p:spPr>
          <a:xfrm>
            <a:off x="511953" y="2272199"/>
            <a:ext cx="74643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37" name="Google Shape;237;p48"/>
          <p:cNvSpPr txBox="1">
            <a:spLocks noGrp="1"/>
          </p:cNvSpPr>
          <p:nvPr>
            <p:ph type="title" idx="4"/>
          </p:nvPr>
        </p:nvSpPr>
        <p:spPr>
          <a:xfrm>
            <a:off x="511953" y="3113999"/>
            <a:ext cx="74643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38" name="Google Shape;238;p48"/>
          <p:cNvSpPr txBox="1">
            <a:spLocks noGrp="1"/>
          </p:cNvSpPr>
          <p:nvPr>
            <p:ph type="title" idx="5"/>
          </p:nvPr>
        </p:nvSpPr>
        <p:spPr>
          <a:xfrm>
            <a:off x="511953" y="3955799"/>
            <a:ext cx="74643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39" name="Google Shape;239;p48"/>
          <p:cNvSpPr txBox="1">
            <a:spLocks noGrp="1"/>
          </p:cNvSpPr>
          <p:nvPr>
            <p:ph type="body" idx="1"/>
          </p:nvPr>
        </p:nvSpPr>
        <p:spPr>
          <a:xfrm>
            <a:off x="196951" y="196725"/>
            <a:ext cx="1860300" cy="209100"/>
          </a:xfrm>
          <a:prstGeom prst="rect">
            <a:avLst/>
          </a:prstGeom>
        </p:spPr>
        <p:txBody>
          <a:bodyPr spcFirstLastPara="1" wrap="square" lIns="91425" tIns="91425" rIns="91425" bIns="91425" anchor="ctr" anchorCtr="0">
            <a:noAutofit/>
          </a:bodyPr>
          <a:lstStyle>
            <a:lvl1pPr marL="457200" lvl="0" indent="-279400">
              <a:spcBef>
                <a:spcPts val="0"/>
              </a:spcBef>
              <a:spcAft>
                <a:spcPts val="0"/>
              </a:spcAft>
              <a:buClr>
                <a:schemeClr val="dk1"/>
              </a:buClr>
              <a:buSzPts val="800"/>
              <a:buChar char="●"/>
              <a:defRPr sz="800">
                <a:solidFill>
                  <a:schemeClr val="dk1"/>
                </a:solidFill>
              </a:defRPr>
            </a:lvl1pPr>
            <a:lvl2pPr marL="914400" lvl="1" indent="-279400">
              <a:spcBef>
                <a:spcPts val="0"/>
              </a:spcBef>
              <a:spcAft>
                <a:spcPts val="0"/>
              </a:spcAft>
              <a:buClr>
                <a:schemeClr val="dk1"/>
              </a:buClr>
              <a:buSzPts val="800"/>
              <a:buChar char="○"/>
              <a:defRPr>
                <a:solidFill>
                  <a:schemeClr val="dk1"/>
                </a:solidFill>
              </a:defRPr>
            </a:lvl2pPr>
            <a:lvl3pPr marL="1371600" lvl="2" indent="-279400">
              <a:spcBef>
                <a:spcPts val="0"/>
              </a:spcBef>
              <a:spcAft>
                <a:spcPts val="0"/>
              </a:spcAft>
              <a:buClr>
                <a:schemeClr val="dk1"/>
              </a:buClr>
              <a:buSzPts val="800"/>
              <a:buChar char="■"/>
              <a:defRPr sz="800">
                <a:solidFill>
                  <a:schemeClr val="dk1"/>
                </a:solidFill>
              </a:defRPr>
            </a:lvl3pPr>
            <a:lvl4pPr marL="1828800" lvl="3" indent="-279400">
              <a:spcBef>
                <a:spcPts val="0"/>
              </a:spcBef>
              <a:spcAft>
                <a:spcPts val="0"/>
              </a:spcAft>
              <a:buClr>
                <a:schemeClr val="dk1"/>
              </a:buClr>
              <a:buSzPts val="800"/>
              <a:buChar char="●"/>
              <a:defRPr sz="800">
                <a:solidFill>
                  <a:schemeClr val="dk1"/>
                </a:solidFill>
              </a:defRPr>
            </a:lvl4pPr>
            <a:lvl5pPr marL="2286000" lvl="4" indent="-279400">
              <a:spcBef>
                <a:spcPts val="0"/>
              </a:spcBef>
              <a:spcAft>
                <a:spcPts val="0"/>
              </a:spcAft>
              <a:buClr>
                <a:schemeClr val="dk1"/>
              </a:buClr>
              <a:buSzPts val="800"/>
              <a:buChar char="○"/>
              <a:defRPr sz="800">
                <a:solidFill>
                  <a:schemeClr val="dk1"/>
                </a:solidFill>
              </a:defRPr>
            </a:lvl5pPr>
            <a:lvl6pPr marL="2743200" lvl="5" indent="-279400">
              <a:spcBef>
                <a:spcPts val="0"/>
              </a:spcBef>
              <a:spcAft>
                <a:spcPts val="0"/>
              </a:spcAft>
              <a:buClr>
                <a:schemeClr val="dk1"/>
              </a:buClr>
              <a:buSzPts val="800"/>
              <a:buChar char="■"/>
              <a:defRPr sz="800">
                <a:solidFill>
                  <a:schemeClr val="dk1"/>
                </a:solidFill>
              </a:defRPr>
            </a:lvl6pPr>
            <a:lvl7pPr marL="3200400" lvl="6" indent="-279400">
              <a:spcBef>
                <a:spcPts val="0"/>
              </a:spcBef>
              <a:spcAft>
                <a:spcPts val="0"/>
              </a:spcAft>
              <a:buClr>
                <a:schemeClr val="dk1"/>
              </a:buClr>
              <a:buSzPts val="800"/>
              <a:buChar char="●"/>
              <a:defRPr sz="800">
                <a:solidFill>
                  <a:schemeClr val="dk1"/>
                </a:solidFill>
              </a:defRPr>
            </a:lvl7pPr>
            <a:lvl8pPr marL="3657600" lvl="7" indent="-279400">
              <a:spcBef>
                <a:spcPts val="0"/>
              </a:spcBef>
              <a:spcAft>
                <a:spcPts val="0"/>
              </a:spcAft>
              <a:buClr>
                <a:schemeClr val="dk1"/>
              </a:buClr>
              <a:buSzPts val="800"/>
              <a:buChar char="○"/>
              <a:defRPr sz="800">
                <a:solidFill>
                  <a:schemeClr val="dk1"/>
                </a:solidFill>
              </a:defRPr>
            </a:lvl8pPr>
            <a:lvl9pPr marL="4114800" lvl="8" indent="-279400">
              <a:spcBef>
                <a:spcPts val="0"/>
              </a:spcBef>
              <a:spcAft>
                <a:spcPts val="0"/>
              </a:spcAft>
              <a:buClr>
                <a:schemeClr val="dk1"/>
              </a:buClr>
              <a:buSzPts val="800"/>
              <a:buChar char="■"/>
              <a:defRPr sz="800">
                <a:solidFill>
                  <a:schemeClr val="dk1"/>
                </a:solidFill>
              </a:defRPr>
            </a:lvl9pPr>
          </a:lstStyle>
          <a:p>
            <a:endParaRPr/>
          </a:p>
        </p:txBody>
      </p:sp>
      <p:sp>
        <p:nvSpPr>
          <p:cNvPr id="240" name="Google Shape;240;p48"/>
          <p:cNvSpPr txBox="1">
            <a:spLocks noGrp="1"/>
          </p:cNvSpPr>
          <p:nvPr>
            <p:ph type="body" idx="6"/>
          </p:nvPr>
        </p:nvSpPr>
        <p:spPr>
          <a:xfrm>
            <a:off x="7087526" y="196725"/>
            <a:ext cx="1933500" cy="209100"/>
          </a:xfrm>
          <a:prstGeom prst="rect">
            <a:avLst/>
          </a:prstGeom>
        </p:spPr>
        <p:txBody>
          <a:bodyPr spcFirstLastPara="1" wrap="square" lIns="91425" tIns="91425" rIns="91425" bIns="91425" anchor="ctr" anchorCtr="0">
            <a:noAutofit/>
          </a:bodyPr>
          <a:lstStyle>
            <a:lvl1pPr marL="457200" lvl="0" indent="-279400" algn="r">
              <a:spcBef>
                <a:spcPts val="0"/>
              </a:spcBef>
              <a:spcAft>
                <a:spcPts val="0"/>
              </a:spcAft>
              <a:buClr>
                <a:schemeClr val="dk1"/>
              </a:buClr>
              <a:buSzPts val="800"/>
              <a:buChar char="●"/>
              <a:defRPr sz="800">
                <a:solidFill>
                  <a:schemeClr val="dk1"/>
                </a:solidFill>
              </a:defRPr>
            </a:lvl1pPr>
            <a:lvl2pPr marL="914400" lvl="1" indent="-279400" algn="r">
              <a:spcBef>
                <a:spcPts val="0"/>
              </a:spcBef>
              <a:spcAft>
                <a:spcPts val="0"/>
              </a:spcAft>
              <a:buClr>
                <a:schemeClr val="dk1"/>
              </a:buClr>
              <a:buSzPts val="800"/>
              <a:buChar char="○"/>
              <a:defRPr>
                <a:solidFill>
                  <a:schemeClr val="dk1"/>
                </a:solidFill>
              </a:defRPr>
            </a:lvl2pPr>
            <a:lvl3pPr marL="1371600" lvl="2" indent="-279400" algn="r">
              <a:spcBef>
                <a:spcPts val="0"/>
              </a:spcBef>
              <a:spcAft>
                <a:spcPts val="0"/>
              </a:spcAft>
              <a:buClr>
                <a:schemeClr val="dk1"/>
              </a:buClr>
              <a:buSzPts val="800"/>
              <a:buChar char="■"/>
              <a:defRPr sz="800">
                <a:solidFill>
                  <a:schemeClr val="dk1"/>
                </a:solidFill>
              </a:defRPr>
            </a:lvl3pPr>
            <a:lvl4pPr marL="1828800" lvl="3" indent="-279400" algn="r">
              <a:spcBef>
                <a:spcPts val="0"/>
              </a:spcBef>
              <a:spcAft>
                <a:spcPts val="0"/>
              </a:spcAft>
              <a:buClr>
                <a:schemeClr val="dk1"/>
              </a:buClr>
              <a:buSzPts val="800"/>
              <a:buChar char="●"/>
              <a:defRPr sz="800">
                <a:solidFill>
                  <a:schemeClr val="dk1"/>
                </a:solidFill>
              </a:defRPr>
            </a:lvl4pPr>
            <a:lvl5pPr marL="2286000" lvl="4" indent="-279400" algn="r">
              <a:spcBef>
                <a:spcPts val="0"/>
              </a:spcBef>
              <a:spcAft>
                <a:spcPts val="0"/>
              </a:spcAft>
              <a:buClr>
                <a:schemeClr val="dk1"/>
              </a:buClr>
              <a:buSzPts val="800"/>
              <a:buChar char="○"/>
              <a:defRPr sz="800">
                <a:solidFill>
                  <a:schemeClr val="dk1"/>
                </a:solidFill>
              </a:defRPr>
            </a:lvl5pPr>
            <a:lvl6pPr marL="2743200" lvl="5" indent="-279400" algn="r">
              <a:spcBef>
                <a:spcPts val="0"/>
              </a:spcBef>
              <a:spcAft>
                <a:spcPts val="0"/>
              </a:spcAft>
              <a:buClr>
                <a:schemeClr val="dk1"/>
              </a:buClr>
              <a:buSzPts val="800"/>
              <a:buChar char="■"/>
              <a:defRPr sz="800">
                <a:solidFill>
                  <a:schemeClr val="dk1"/>
                </a:solidFill>
              </a:defRPr>
            </a:lvl6pPr>
            <a:lvl7pPr marL="3200400" lvl="6" indent="-279400" algn="r">
              <a:spcBef>
                <a:spcPts val="0"/>
              </a:spcBef>
              <a:spcAft>
                <a:spcPts val="0"/>
              </a:spcAft>
              <a:buClr>
                <a:schemeClr val="dk1"/>
              </a:buClr>
              <a:buSzPts val="800"/>
              <a:buChar char="●"/>
              <a:defRPr sz="800">
                <a:solidFill>
                  <a:schemeClr val="dk1"/>
                </a:solidFill>
              </a:defRPr>
            </a:lvl7pPr>
            <a:lvl8pPr marL="3657600" lvl="7" indent="-279400" algn="r">
              <a:spcBef>
                <a:spcPts val="0"/>
              </a:spcBef>
              <a:spcAft>
                <a:spcPts val="0"/>
              </a:spcAft>
              <a:buClr>
                <a:schemeClr val="dk1"/>
              </a:buClr>
              <a:buSzPts val="800"/>
              <a:buChar char="○"/>
              <a:defRPr sz="800">
                <a:solidFill>
                  <a:schemeClr val="dk1"/>
                </a:solidFill>
              </a:defRPr>
            </a:lvl8pPr>
            <a:lvl9pPr marL="4114800" lvl="8" indent="-279400" algn="r">
              <a:spcBef>
                <a:spcPts val="0"/>
              </a:spcBef>
              <a:spcAft>
                <a:spcPts val="0"/>
              </a:spcAft>
              <a:buClr>
                <a:schemeClr val="dk1"/>
              </a:buClr>
              <a:buSzPts val="800"/>
              <a:buChar char="■"/>
              <a:defRPr sz="800">
                <a:solidFill>
                  <a:schemeClr val="dk1"/>
                </a:solidFill>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Main Point 1" type="tx">
  <p:cSld name="TITLE_AND_BODY">
    <p:spTree>
      <p:nvGrpSpPr>
        <p:cNvPr id="1" name="Shape 241"/>
        <p:cNvGrpSpPr/>
        <p:nvPr/>
      </p:nvGrpSpPr>
      <p:grpSpPr>
        <a:xfrm>
          <a:off x="0" y="0"/>
          <a:ext cx="0" cy="0"/>
          <a:chOff x="0" y="0"/>
          <a:chExt cx="0" cy="0"/>
        </a:xfrm>
      </p:grpSpPr>
      <p:sp>
        <p:nvSpPr>
          <p:cNvPr id="242" name="Google Shape;242;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43" name="Google Shape;243;p49"/>
          <p:cNvSpPr txBox="1">
            <a:spLocks noGrp="1"/>
          </p:cNvSpPr>
          <p:nvPr>
            <p:ph type="subTitle" idx="1"/>
          </p:nvPr>
        </p:nvSpPr>
        <p:spPr>
          <a:xfrm>
            <a:off x="975300" y="1864050"/>
            <a:ext cx="7193400" cy="1415400"/>
          </a:xfrm>
          <a:prstGeom prst="rect">
            <a:avLst/>
          </a:prstGeom>
        </p:spPr>
        <p:txBody>
          <a:bodyPr spcFirstLastPara="1" wrap="square" lIns="91425" tIns="91425" rIns="91425" bIns="91425" anchor="ctr" anchorCtr="0">
            <a:spAutoFit/>
          </a:bodyPr>
          <a:lstStyle>
            <a:lvl1pPr lvl="0"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1pPr>
            <a:lvl2pPr lvl="1"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2pPr>
            <a:lvl3pPr lvl="2"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3pPr>
            <a:lvl4pPr lvl="3"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4pPr>
            <a:lvl5pPr lvl="4"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5pPr>
            <a:lvl6pPr lvl="5"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6pPr>
            <a:lvl7pPr lvl="6"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7pPr>
            <a:lvl8pPr lvl="7"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8pPr>
            <a:lvl9pPr lvl="8"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9pPr>
          </a:lstStyle>
          <a:p>
            <a:endParaRPr/>
          </a:p>
        </p:txBody>
      </p:sp>
      <p:sp>
        <p:nvSpPr>
          <p:cNvPr id="244" name="Google Shape;244;p49"/>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lvl1pPr marL="457200" lvl="0" indent="-279400">
              <a:spcBef>
                <a:spcPts val="0"/>
              </a:spcBef>
              <a:spcAft>
                <a:spcPts val="0"/>
              </a:spcAft>
              <a:buClr>
                <a:schemeClr val="dk1"/>
              </a:buClr>
              <a:buSzPts val="800"/>
              <a:buChar char="●"/>
              <a:defRPr sz="800">
                <a:solidFill>
                  <a:schemeClr val="dk1"/>
                </a:solidFill>
              </a:defRPr>
            </a:lvl1pPr>
            <a:lvl2pPr marL="914400" lvl="1" indent="-279400">
              <a:spcBef>
                <a:spcPts val="0"/>
              </a:spcBef>
              <a:spcAft>
                <a:spcPts val="0"/>
              </a:spcAft>
              <a:buClr>
                <a:schemeClr val="dk1"/>
              </a:buClr>
              <a:buSzPts val="800"/>
              <a:buChar char="○"/>
              <a:defRPr>
                <a:solidFill>
                  <a:schemeClr val="dk1"/>
                </a:solidFill>
              </a:defRPr>
            </a:lvl2pPr>
            <a:lvl3pPr marL="1371600" lvl="2" indent="-279400">
              <a:spcBef>
                <a:spcPts val="0"/>
              </a:spcBef>
              <a:spcAft>
                <a:spcPts val="0"/>
              </a:spcAft>
              <a:buClr>
                <a:schemeClr val="dk1"/>
              </a:buClr>
              <a:buSzPts val="800"/>
              <a:buChar char="■"/>
              <a:defRPr sz="800">
                <a:solidFill>
                  <a:schemeClr val="dk1"/>
                </a:solidFill>
              </a:defRPr>
            </a:lvl3pPr>
            <a:lvl4pPr marL="1828800" lvl="3" indent="-279400">
              <a:spcBef>
                <a:spcPts val="0"/>
              </a:spcBef>
              <a:spcAft>
                <a:spcPts val="0"/>
              </a:spcAft>
              <a:buClr>
                <a:schemeClr val="dk1"/>
              </a:buClr>
              <a:buSzPts val="800"/>
              <a:buChar char="●"/>
              <a:defRPr sz="800">
                <a:solidFill>
                  <a:schemeClr val="dk1"/>
                </a:solidFill>
              </a:defRPr>
            </a:lvl4pPr>
            <a:lvl5pPr marL="2286000" lvl="4" indent="-279400">
              <a:spcBef>
                <a:spcPts val="0"/>
              </a:spcBef>
              <a:spcAft>
                <a:spcPts val="0"/>
              </a:spcAft>
              <a:buClr>
                <a:schemeClr val="dk1"/>
              </a:buClr>
              <a:buSzPts val="800"/>
              <a:buChar char="○"/>
              <a:defRPr sz="800">
                <a:solidFill>
                  <a:schemeClr val="dk1"/>
                </a:solidFill>
              </a:defRPr>
            </a:lvl5pPr>
            <a:lvl6pPr marL="2743200" lvl="5" indent="-279400">
              <a:spcBef>
                <a:spcPts val="0"/>
              </a:spcBef>
              <a:spcAft>
                <a:spcPts val="0"/>
              </a:spcAft>
              <a:buClr>
                <a:schemeClr val="dk1"/>
              </a:buClr>
              <a:buSzPts val="800"/>
              <a:buChar char="■"/>
              <a:defRPr sz="800">
                <a:solidFill>
                  <a:schemeClr val="dk1"/>
                </a:solidFill>
              </a:defRPr>
            </a:lvl6pPr>
            <a:lvl7pPr marL="3200400" lvl="6" indent="-279400">
              <a:spcBef>
                <a:spcPts val="0"/>
              </a:spcBef>
              <a:spcAft>
                <a:spcPts val="0"/>
              </a:spcAft>
              <a:buClr>
                <a:schemeClr val="dk1"/>
              </a:buClr>
              <a:buSzPts val="800"/>
              <a:buChar char="●"/>
              <a:defRPr sz="800">
                <a:solidFill>
                  <a:schemeClr val="dk1"/>
                </a:solidFill>
              </a:defRPr>
            </a:lvl7pPr>
            <a:lvl8pPr marL="3657600" lvl="7" indent="-279400">
              <a:spcBef>
                <a:spcPts val="0"/>
              </a:spcBef>
              <a:spcAft>
                <a:spcPts val="0"/>
              </a:spcAft>
              <a:buClr>
                <a:schemeClr val="dk1"/>
              </a:buClr>
              <a:buSzPts val="800"/>
              <a:buChar char="○"/>
              <a:defRPr sz="800">
                <a:solidFill>
                  <a:schemeClr val="dk1"/>
                </a:solidFill>
              </a:defRPr>
            </a:lvl8pPr>
            <a:lvl9pPr marL="4114800" lvl="8" indent="-279400">
              <a:spcBef>
                <a:spcPts val="0"/>
              </a:spcBef>
              <a:spcAft>
                <a:spcPts val="0"/>
              </a:spcAft>
              <a:buClr>
                <a:schemeClr val="dk1"/>
              </a:buClr>
              <a:buSzPts val="800"/>
              <a:buChar char="■"/>
              <a:defRPr sz="800">
                <a:solidFill>
                  <a:schemeClr val="dk1"/>
                </a:solidFill>
              </a:defRPr>
            </a:lvl9pPr>
          </a:lstStyle>
          <a:p>
            <a:endParaRPr/>
          </a:p>
        </p:txBody>
      </p:sp>
      <p:sp>
        <p:nvSpPr>
          <p:cNvPr id="245" name="Google Shape;245;p49"/>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lvl1pPr marL="457200" lvl="0" indent="-279400" algn="r">
              <a:spcBef>
                <a:spcPts val="0"/>
              </a:spcBef>
              <a:spcAft>
                <a:spcPts val="0"/>
              </a:spcAft>
              <a:buClr>
                <a:schemeClr val="dk1"/>
              </a:buClr>
              <a:buSzPts val="800"/>
              <a:buChar char="●"/>
              <a:defRPr sz="800">
                <a:solidFill>
                  <a:schemeClr val="dk1"/>
                </a:solidFill>
              </a:defRPr>
            </a:lvl1pPr>
            <a:lvl2pPr marL="914400" lvl="1" indent="-279400" algn="r">
              <a:spcBef>
                <a:spcPts val="0"/>
              </a:spcBef>
              <a:spcAft>
                <a:spcPts val="0"/>
              </a:spcAft>
              <a:buClr>
                <a:schemeClr val="dk1"/>
              </a:buClr>
              <a:buSzPts val="800"/>
              <a:buChar char="○"/>
              <a:defRPr>
                <a:solidFill>
                  <a:schemeClr val="dk1"/>
                </a:solidFill>
              </a:defRPr>
            </a:lvl2pPr>
            <a:lvl3pPr marL="1371600" lvl="2" indent="-279400" algn="r">
              <a:spcBef>
                <a:spcPts val="0"/>
              </a:spcBef>
              <a:spcAft>
                <a:spcPts val="0"/>
              </a:spcAft>
              <a:buClr>
                <a:schemeClr val="dk1"/>
              </a:buClr>
              <a:buSzPts val="800"/>
              <a:buChar char="■"/>
              <a:defRPr sz="800">
                <a:solidFill>
                  <a:schemeClr val="dk1"/>
                </a:solidFill>
              </a:defRPr>
            </a:lvl3pPr>
            <a:lvl4pPr marL="1828800" lvl="3" indent="-279400" algn="r">
              <a:spcBef>
                <a:spcPts val="0"/>
              </a:spcBef>
              <a:spcAft>
                <a:spcPts val="0"/>
              </a:spcAft>
              <a:buClr>
                <a:schemeClr val="dk1"/>
              </a:buClr>
              <a:buSzPts val="800"/>
              <a:buChar char="●"/>
              <a:defRPr sz="800">
                <a:solidFill>
                  <a:schemeClr val="dk1"/>
                </a:solidFill>
              </a:defRPr>
            </a:lvl4pPr>
            <a:lvl5pPr marL="2286000" lvl="4" indent="-279400" algn="r">
              <a:spcBef>
                <a:spcPts val="0"/>
              </a:spcBef>
              <a:spcAft>
                <a:spcPts val="0"/>
              </a:spcAft>
              <a:buClr>
                <a:schemeClr val="dk1"/>
              </a:buClr>
              <a:buSzPts val="800"/>
              <a:buChar char="○"/>
              <a:defRPr sz="800">
                <a:solidFill>
                  <a:schemeClr val="dk1"/>
                </a:solidFill>
              </a:defRPr>
            </a:lvl5pPr>
            <a:lvl6pPr marL="2743200" lvl="5" indent="-279400" algn="r">
              <a:spcBef>
                <a:spcPts val="0"/>
              </a:spcBef>
              <a:spcAft>
                <a:spcPts val="0"/>
              </a:spcAft>
              <a:buClr>
                <a:schemeClr val="dk1"/>
              </a:buClr>
              <a:buSzPts val="800"/>
              <a:buChar char="■"/>
              <a:defRPr sz="800">
                <a:solidFill>
                  <a:schemeClr val="dk1"/>
                </a:solidFill>
              </a:defRPr>
            </a:lvl6pPr>
            <a:lvl7pPr marL="3200400" lvl="6" indent="-279400" algn="r">
              <a:spcBef>
                <a:spcPts val="0"/>
              </a:spcBef>
              <a:spcAft>
                <a:spcPts val="0"/>
              </a:spcAft>
              <a:buClr>
                <a:schemeClr val="dk1"/>
              </a:buClr>
              <a:buSzPts val="800"/>
              <a:buChar char="●"/>
              <a:defRPr sz="800">
                <a:solidFill>
                  <a:schemeClr val="dk1"/>
                </a:solidFill>
              </a:defRPr>
            </a:lvl7pPr>
            <a:lvl8pPr marL="3657600" lvl="7" indent="-279400" algn="r">
              <a:spcBef>
                <a:spcPts val="0"/>
              </a:spcBef>
              <a:spcAft>
                <a:spcPts val="0"/>
              </a:spcAft>
              <a:buClr>
                <a:schemeClr val="dk1"/>
              </a:buClr>
              <a:buSzPts val="800"/>
              <a:buChar char="○"/>
              <a:defRPr sz="800">
                <a:solidFill>
                  <a:schemeClr val="dk1"/>
                </a:solidFill>
              </a:defRPr>
            </a:lvl8pPr>
            <a:lvl9pPr marL="4114800" lvl="8" indent="-279400" algn="r">
              <a:spcBef>
                <a:spcPts val="0"/>
              </a:spcBef>
              <a:spcAft>
                <a:spcPts val="0"/>
              </a:spcAft>
              <a:buClr>
                <a:schemeClr val="dk1"/>
              </a:buClr>
              <a:buSzPts val="800"/>
              <a:buChar char="■"/>
              <a:defRPr sz="800">
                <a:solidFill>
                  <a:schemeClr val="dk1"/>
                </a:solidFill>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Main Point 2">
  <p:cSld name="TITLE_AND_BODY_1">
    <p:bg>
      <p:bgPr>
        <a:solidFill>
          <a:schemeClr val="dk1"/>
        </a:solidFill>
        <a:effectLst/>
      </p:bgPr>
    </p:bg>
    <p:spTree>
      <p:nvGrpSpPr>
        <p:cNvPr id="1" name="Shape 246"/>
        <p:cNvGrpSpPr/>
        <p:nvPr/>
      </p:nvGrpSpPr>
      <p:grpSpPr>
        <a:xfrm>
          <a:off x="0" y="0"/>
          <a:ext cx="0" cy="0"/>
          <a:chOff x="0" y="0"/>
          <a:chExt cx="0" cy="0"/>
        </a:xfrm>
      </p:grpSpPr>
      <p:sp>
        <p:nvSpPr>
          <p:cNvPr id="247" name="Google Shape;247;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
        <p:nvSpPr>
          <p:cNvPr id="248" name="Google Shape;248;p50"/>
          <p:cNvSpPr txBox="1">
            <a:spLocks noGrp="1"/>
          </p:cNvSpPr>
          <p:nvPr>
            <p:ph type="subTitle" idx="1"/>
          </p:nvPr>
        </p:nvSpPr>
        <p:spPr>
          <a:xfrm>
            <a:off x="975300" y="1864050"/>
            <a:ext cx="7193400" cy="1415400"/>
          </a:xfrm>
          <a:prstGeom prst="rect">
            <a:avLst/>
          </a:prstGeom>
        </p:spPr>
        <p:txBody>
          <a:bodyPr spcFirstLastPara="1" wrap="square" lIns="91425" tIns="91425" rIns="91425" bIns="91425" anchor="ctr" anchorCtr="0">
            <a:spAutoFit/>
          </a:bodyPr>
          <a:lstStyle>
            <a:lvl1pPr lvl="0"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1pPr>
            <a:lvl2pPr lvl="1"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2pPr>
            <a:lvl3pPr lvl="2"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3pPr>
            <a:lvl4pPr lvl="3"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4pPr>
            <a:lvl5pPr lvl="4"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5pPr>
            <a:lvl6pPr lvl="5"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6pPr>
            <a:lvl7pPr lvl="6"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7pPr>
            <a:lvl8pPr lvl="7"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8pPr>
            <a:lvl9pPr lvl="8"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9pPr>
          </a:lstStyle>
          <a:p>
            <a:endParaRPr/>
          </a:p>
        </p:txBody>
      </p:sp>
      <p:sp>
        <p:nvSpPr>
          <p:cNvPr id="249" name="Google Shape;249;p50"/>
          <p:cNvSpPr txBox="1">
            <a:spLocks noGrp="1"/>
          </p:cNvSpPr>
          <p:nvPr>
            <p:ph type="body" idx="2"/>
          </p:nvPr>
        </p:nvSpPr>
        <p:spPr>
          <a:xfrm>
            <a:off x="196951" y="196725"/>
            <a:ext cx="1860300" cy="209100"/>
          </a:xfrm>
          <a:prstGeom prst="rect">
            <a:avLst/>
          </a:prstGeom>
        </p:spPr>
        <p:txBody>
          <a:bodyPr spcFirstLastPara="1" wrap="square" lIns="91425" tIns="91425" rIns="91425" bIns="91425" anchor="ctr" anchorCtr="0">
            <a:noAutofit/>
          </a:bodyPr>
          <a:lstStyle>
            <a:lvl1pPr marL="457200" lvl="0" indent="-279400">
              <a:spcBef>
                <a:spcPts val="0"/>
              </a:spcBef>
              <a:spcAft>
                <a:spcPts val="0"/>
              </a:spcAft>
              <a:buClr>
                <a:schemeClr val="lt1"/>
              </a:buClr>
              <a:buSzPts val="800"/>
              <a:buChar char="●"/>
              <a:defRPr sz="800">
                <a:solidFill>
                  <a:schemeClr val="lt1"/>
                </a:solidFill>
              </a:defRPr>
            </a:lvl1pPr>
            <a:lvl2pPr marL="914400" lvl="1" indent="-279400">
              <a:spcBef>
                <a:spcPts val="0"/>
              </a:spcBef>
              <a:spcAft>
                <a:spcPts val="0"/>
              </a:spcAft>
              <a:buClr>
                <a:schemeClr val="lt1"/>
              </a:buClr>
              <a:buSzPts val="800"/>
              <a:buChar char="○"/>
              <a:defRPr>
                <a:solidFill>
                  <a:schemeClr val="lt1"/>
                </a:solidFill>
              </a:defRPr>
            </a:lvl2pPr>
            <a:lvl3pPr marL="1371600" lvl="2" indent="-279400">
              <a:spcBef>
                <a:spcPts val="0"/>
              </a:spcBef>
              <a:spcAft>
                <a:spcPts val="0"/>
              </a:spcAft>
              <a:buClr>
                <a:schemeClr val="lt1"/>
              </a:buClr>
              <a:buSzPts val="800"/>
              <a:buChar char="■"/>
              <a:defRPr sz="800">
                <a:solidFill>
                  <a:schemeClr val="lt1"/>
                </a:solidFill>
              </a:defRPr>
            </a:lvl3pPr>
            <a:lvl4pPr marL="1828800" lvl="3" indent="-279400">
              <a:spcBef>
                <a:spcPts val="0"/>
              </a:spcBef>
              <a:spcAft>
                <a:spcPts val="0"/>
              </a:spcAft>
              <a:buClr>
                <a:schemeClr val="lt1"/>
              </a:buClr>
              <a:buSzPts val="800"/>
              <a:buChar char="●"/>
              <a:defRPr sz="800">
                <a:solidFill>
                  <a:schemeClr val="lt1"/>
                </a:solidFill>
              </a:defRPr>
            </a:lvl4pPr>
            <a:lvl5pPr marL="2286000" lvl="4" indent="-279400">
              <a:spcBef>
                <a:spcPts val="0"/>
              </a:spcBef>
              <a:spcAft>
                <a:spcPts val="0"/>
              </a:spcAft>
              <a:buClr>
                <a:schemeClr val="lt1"/>
              </a:buClr>
              <a:buSzPts val="800"/>
              <a:buChar char="○"/>
              <a:defRPr sz="800">
                <a:solidFill>
                  <a:schemeClr val="lt1"/>
                </a:solidFill>
              </a:defRPr>
            </a:lvl5pPr>
            <a:lvl6pPr marL="2743200" lvl="5" indent="-279400">
              <a:spcBef>
                <a:spcPts val="0"/>
              </a:spcBef>
              <a:spcAft>
                <a:spcPts val="0"/>
              </a:spcAft>
              <a:buClr>
                <a:schemeClr val="lt1"/>
              </a:buClr>
              <a:buSzPts val="800"/>
              <a:buChar char="■"/>
              <a:defRPr sz="800">
                <a:solidFill>
                  <a:schemeClr val="lt1"/>
                </a:solidFill>
              </a:defRPr>
            </a:lvl6pPr>
            <a:lvl7pPr marL="3200400" lvl="6" indent="-279400">
              <a:spcBef>
                <a:spcPts val="0"/>
              </a:spcBef>
              <a:spcAft>
                <a:spcPts val="0"/>
              </a:spcAft>
              <a:buClr>
                <a:schemeClr val="lt1"/>
              </a:buClr>
              <a:buSzPts val="800"/>
              <a:buChar char="●"/>
              <a:defRPr sz="800">
                <a:solidFill>
                  <a:schemeClr val="lt1"/>
                </a:solidFill>
              </a:defRPr>
            </a:lvl7pPr>
            <a:lvl8pPr marL="3657600" lvl="7" indent="-279400">
              <a:spcBef>
                <a:spcPts val="0"/>
              </a:spcBef>
              <a:spcAft>
                <a:spcPts val="0"/>
              </a:spcAft>
              <a:buClr>
                <a:schemeClr val="lt1"/>
              </a:buClr>
              <a:buSzPts val="800"/>
              <a:buChar char="○"/>
              <a:defRPr sz="800">
                <a:solidFill>
                  <a:schemeClr val="lt1"/>
                </a:solidFill>
              </a:defRPr>
            </a:lvl8pPr>
            <a:lvl9pPr marL="4114800" lvl="8" indent="-279400">
              <a:spcBef>
                <a:spcPts val="0"/>
              </a:spcBef>
              <a:spcAft>
                <a:spcPts val="0"/>
              </a:spcAft>
              <a:buClr>
                <a:schemeClr val="lt1"/>
              </a:buClr>
              <a:buSzPts val="800"/>
              <a:buChar char="■"/>
              <a:defRPr sz="800">
                <a:solidFill>
                  <a:schemeClr val="lt1"/>
                </a:solidFill>
              </a:defRPr>
            </a:lvl9pPr>
          </a:lstStyle>
          <a:p>
            <a:endParaRPr/>
          </a:p>
        </p:txBody>
      </p:sp>
      <p:sp>
        <p:nvSpPr>
          <p:cNvPr id="250" name="Google Shape;250;p50"/>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lvl1pPr marL="457200" lvl="0" indent="-279400" algn="r">
              <a:spcBef>
                <a:spcPts val="0"/>
              </a:spcBef>
              <a:spcAft>
                <a:spcPts val="0"/>
              </a:spcAft>
              <a:buClr>
                <a:schemeClr val="lt1"/>
              </a:buClr>
              <a:buSzPts val="800"/>
              <a:buChar char="●"/>
              <a:defRPr sz="800">
                <a:solidFill>
                  <a:schemeClr val="lt1"/>
                </a:solidFill>
              </a:defRPr>
            </a:lvl1pPr>
            <a:lvl2pPr marL="914400" lvl="1" indent="-279400" algn="r">
              <a:spcBef>
                <a:spcPts val="0"/>
              </a:spcBef>
              <a:spcAft>
                <a:spcPts val="0"/>
              </a:spcAft>
              <a:buClr>
                <a:schemeClr val="lt1"/>
              </a:buClr>
              <a:buSzPts val="800"/>
              <a:buChar char="○"/>
              <a:defRPr>
                <a:solidFill>
                  <a:schemeClr val="lt1"/>
                </a:solidFill>
              </a:defRPr>
            </a:lvl2pPr>
            <a:lvl3pPr marL="1371600" lvl="2" indent="-279400" algn="r">
              <a:spcBef>
                <a:spcPts val="0"/>
              </a:spcBef>
              <a:spcAft>
                <a:spcPts val="0"/>
              </a:spcAft>
              <a:buClr>
                <a:schemeClr val="lt1"/>
              </a:buClr>
              <a:buSzPts val="800"/>
              <a:buChar char="■"/>
              <a:defRPr sz="800">
                <a:solidFill>
                  <a:schemeClr val="lt1"/>
                </a:solidFill>
              </a:defRPr>
            </a:lvl3pPr>
            <a:lvl4pPr marL="1828800" lvl="3" indent="-279400" algn="r">
              <a:spcBef>
                <a:spcPts val="0"/>
              </a:spcBef>
              <a:spcAft>
                <a:spcPts val="0"/>
              </a:spcAft>
              <a:buClr>
                <a:schemeClr val="lt1"/>
              </a:buClr>
              <a:buSzPts val="800"/>
              <a:buChar char="●"/>
              <a:defRPr sz="800">
                <a:solidFill>
                  <a:schemeClr val="lt1"/>
                </a:solidFill>
              </a:defRPr>
            </a:lvl4pPr>
            <a:lvl5pPr marL="2286000" lvl="4" indent="-279400" algn="r">
              <a:spcBef>
                <a:spcPts val="0"/>
              </a:spcBef>
              <a:spcAft>
                <a:spcPts val="0"/>
              </a:spcAft>
              <a:buClr>
                <a:schemeClr val="lt1"/>
              </a:buClr>
              <a:buSzPts val="800"/>
              <a:buChar char="○"/>
              <a:defRPr sz="800">
                <a:solidFill>
                  <a:schemeClr val="lt1"/>
                </a:solidFill>
              </a:defRPr>
            </a:lvl5pPr>
            <a:lvl6pPr marL="2743200" lvl="5" indent="-279400" algn="r">
              <a:spcBef>
                <a:spcPts val="0"/>
              </a:spcBef>
              <a:spcAft>
                <a:spcPts val="0"/>
              </a:spcAft>
              <a:buClr>
                <a:schemeClr val="lt1"/>
              </a:buClr>
              <a:buSzPts val="800"/>
              <a:buChar char="■"/>
              <a:defRPr sz="800">
                <a:solidFill>
                  <a:schemeClr val="lt1"/>
                </a:solidFill>
              </a:defRPr>
            </a:lvl6pPr>
            <a:lvl7pPr marL="3200400" lvl="6" indent="-279400" algn="r">
              <a:spcBef>
                <a:spcPts val="0"/>
              </a:spcBef>
              <a:spcAft>
                <a:spcPts val="0"/>
              </a:spcAft>
              <a:buClr>
                <a:schemeClr val="lt1"/>
              </a:buClr>
              <a:buSzPts val="800"/>
              <a:buChar char="●"/>
              <a:defRPr sz="800">
                <a:solidFill>
                  <a:schemeClr val="lt1"/>
                </a:solidFill>
              </a:defRPr>
            </a:lvl7pPr>
            <a:lvl8pPr marL="3657600" lvl="7" indent="-279400" algn="r">
              <a:spcBef>
                <a:spcPts val="0"/>
              </a:spcBef>
              <a:spcAft>
                <a:spcPts val="0"/>
              </a:spcAft>
              <a:buClr>
                <a:schemeClr val="lt1"/>
              </a:buClr>
              <a:buSzPts val="800"/>
              <a:buChar char="○"/>
              <a:defRPr sz="800">
                <a:solidFill>
                  <a:schemeClr val="lt1"/>
                </a:solidFill>
              </a:defRPr>
            </a:lvl8pPr>
            <a:lvl9pPr marL="4114800" lvl="8" indent="-279400" algn="r">
              <a:spcBef>
                <a:spcPts val="0"/>
              </a:spcBef>
              <a:spcAft>
                <a:spcPts val="0"/>
              </a:spcAft>
              <a:buClr>
                <a:schemeClr val="lt1"/>
              </a:buClr>
              <a:buSzPts val="800"/>
              <a:buChar char="■"/>
              <a:defRPr sz="800">
                <a:solidFill>
                  <a:schemeClr val="lt1"/>
                </a:solidFill>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body and image 1" type="twoColTx">
  <p:cSld name="TITLE_AND_TWO_COLUMNS">
    <p:spTree>
      <p:nvGrpSpPr>
        <p:cNvPr id="1" name="Shape 251"/>
        <p:cNvGrpSpPr/>
        <p:nvPr/>
      </p:nvGrpSpPr>
      <p:grpSpPr>
        <a:xfrm>
          <a:off x="0" y="0"/>
          <a:ext cx="0" cy="0"/>
          <a:chOff x="0" y="0"/>
          <a:chExt cx="0" cy="0"/>
        </a:xfrm>
      </p:grpSpPr>
      <p:sp>
        <p:nvSpPr>
          <p:cNvPr id="252" name="Google Shape;252;p51"/>
          <p:cNvSpPr txBox="1">
            <a:spLocks noGrp="1"/>
          </p:cNvSpPr>
          <p:nvPr>
            <p:ph type="title"/>
          </p:nvPr>
        </p:nvSpPr>
        <p:spPr>
          <a:xfrm>
            <a:off x="197375" y="1052750"/>
            <a:ext cx="3151800" cy="1632900"/>
          </a:xfrm>
          <a:prstGeom prst="rect">
            <a:avLst/>
          </a:prstGeom>
        </p:spPr>
        <p:txBody>
          <a:bodyPr spcFirstLastPara="1" wrap="square" lIns="91425" tIns="91425" rIns="91425" bIns="91425" anchor="b" anchorCtr="0">
            <a:no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a:endParaRPr/>
          </a:p>
        </p:txBody>
      </p:sp>
      <p:sp>
        <p:nvSpPr>
          <p:cNvPr id="253" name="Google Shape;253;p51"/>
          <p:cNvSpPr txBox="1">
            <a:spLocks noGrp="1"/>
          </p:cNvSpPr>
          <p:nvPr>
            <p:ph type="body" idx="1"/>
          </p:nvPr>
        </p:nvSpPr>
        <p:spPr>
          <a:xfrm>
            <a:off x="197375" y="2685650"/>
            <a:ext cx="3151800" cy="1822500"/>
          </a:xfrm>
          <a:prstGeom prst="rect">
            <a:avLst/>
          </a:prstGeom>
        </p:spPr>
        <p:txBody>
          <a:bodyPr spcFirstLastPara="1" wrap="square" lIns="91425" tIns="91425" rIns="91425" bIns="91425" anchor="t" anchorCtr="0">
            <a:noAutofit/>
          </a:bodyPr>
          <a:lstStyle>
            <a:lvl1pPr marL="457200" lvl="0" indent="-292100">
              <a:lnSpc>
                <a:spcPct val="100000"/>
              </a:lnSpc>
              <a:spcBef>
                <a:spcPts val="0"/>
              </a:spcBef>
              <a:spcAft>
                <a:spcPts val="0"/>
              </a:spcAft>
              <a:buClr>
                <a:schemeClr val="dk1"/>
              </a:buClr>
              <a:buSzPts val="1000"/>
              <a:buChar char="●"/>
              <a:defRPr>
                <a:solidFill>
                  <a:schemeClr val="dk1"/>
                </a:solidFill>
              </a:defRPr>
            </a:lvl1pPr>
            <a:lvl2pPr marL="914400" lvl="1" indent="-292100">
              <a:lnSpc>
                <a:spcPct val="100000"/>
              </a:lnSpc>
              <a:spcBef>
                <a:spcPts val="0"/>
              </a:spcBef>
              <a:spcAft>
                <a:spcPts val="0"/>
              </a:spcAft>
              <a:buClr>
                <a:schemeClr val="dk1"/>
              </a:buClr>
              <a:buSzPts val="1000"/>
              <a:buChar char="○"/>
              <a:defRPr sz="1000">
                <a:solidFill>
                  <a:schemeClr val="dk1"/>
                </a:solidFill>
              </a:defRPr>
            </a:lvl2pPr>
            <a:lvl3pPr marL="1371600" lvl="2" indent="-292100">
              <a:lnSpc>
                <a:spcPct val="100000"/>
              </a:lnSpc>
              <a:spcBef>
                <a:spcPts val="0"/>
              </a:spcBef>
              <a:spcAft>
                <a:spcPts val="0"/>
              </a:spcAft>
              <a:buClr>
                <a:schemeClr val="dk1"/>
              </a:buClr>
              <a:buSzPts val="1000"/>
              <a:buChar char="■"/>
              <a:defRPr>
                <a:solidFill>
                  <a:schemeClr val="dk1"/>
                </a:solidFill>
              </a:defRPr>
            </a:lvl3pPr>
            <a:lvl4pPr marL="1828800" lvl="3" indent="-292100">
              <a:lnSpc>
                <a:spcPct val="100000"/>
              </a:lnSpc>
              <a:spcBef>
                <a:spcPts val="0"/>
              </a:spcBef>
              <a:spcAft>
                <a:spcPts val="0"/>
              </a:spcAft>
              <a:buClr>
                <a:schemeClr val="dk1"/>
              </a:buClr>
              <a:buSzPts val="1000"/>
              <a:buChar char="●"/>
              <a:defRPr>
                <a:solidFill>
                  <a:schemeClr val="dk1"/>
                </a:solidFill>
              </a:defRPr>
            </a:lvl4pPr>
            <a:lvl5pPr marL="2286000" lvl="4" indent="-292100">
              <a:lnSpc>
                <a:spcPct val="100000"/>
              </a:lnSpc>
              <a:spcBef>
                <a:spcPts val="0"/>
              </a:spcBef>
              <a:spcAft>
                <a:spcPts val="0"/>
              </a:spcAft>
              <a:buClr>
                <a:schemeClr val="dk1"/>
              </a:buClr>
              <a:buSzPts val="1000"/>
              <a:buChar char="○"/>
              <a:defRPr>
                <a:solidFill>
                  <a:schemeClr val="dk1"/>
                </a:solidFill>
              </a:defRPr>
            </a:lvl5pPr>
            <a:lvl6pPr marL="2743200" lvl="5" indent="-292100">
              <a:lnSpc>
                <a:spcPct val="100000"/>
              </a:lnSpc>
              <a:spcBef>
                <a:spcPts val="0"/>
              </a:spcBef>
              <a:spcAft>
                <a:spcPts val="0"/>
              </a:spcAft>
              <a:buClr>
                <a:schemeClr val="dk1"/>
              </a:buClr>
              <a:buSzPts val="1000"/>
              <a:buChar char="■"/>
              <a:defRPr>
                <a:solidFill>
                  <a:schemeClr val="dk1"/>
                </a:solidFill>
              </a:defRPr>
            </a:lvl6pPr>
            <a:lvl7pPr marL="3200400" lvl="6" indent="-292100">
              <a:lnSpc>
                <a:spcPct val="100000"/>
              </a:lnSpc>
              <a:spcBef>
                <a:spcPts val="0"/>
              </a:spcBef>
              <a:spcAft>
                <a:spcPts val="0"/>
              </a:spcAft>
              <a:buClr>
                <a:schemeClr val="dk1"/>
              </a:buClr>
              <a:buSzPts val="1000"/>
              <a:buChar char="●"/>
              <a:defRPr>
                <a:solidFill>
                  <a:schemeClr val="dk1"/>
                </a:solidFill>
              </a:defRPr>
            </a:lvl7pPr>
            <a:lvl8pPr marL="3657600" lvl="7" indent="-292100">
              <a:lnSpc>
                <a:spcPct val="100000"/>
              </a:lnSpc>
              <a:spcBef>
                <a:spcPts val="0"/>
              </a:spcBef>
              <a:spcAft>
                <a:spcPts val="0"/>
              </a:spcAft>
              <a:buClr>
                <a:schemeClr val="dk1"/>
              </a:buClr>
              <a:buSzPts val="1000"/>
              <a:buChar char="○"/>
              <a:defRPr>
                <a:solidFill>
                  <a:schemeClr val="dk1"/>
                </a:solidFill>
              </a:defRPr>
            </a:lvl8pPr>
            <a:lvl9pPr marL="4114800" lvl="8" indent="-292100">
              <a:lnSpc>
                <a:spcPct val="100000"/>
              </a:lnSpc>
              <a:spcBef>
                <a:spcPts val="0"/>
              </a:spcBef>
              <a:spcAft>
                <a:spcPts val="0"/>
              </a:spcAft>
              <a:buClr>
                <a:schemeClr val="dk1"/>
              </a:buClr>
              <a:buSzPts val="1000"/>
              <a:buChar char="■"/>
              <a:defRPr>
                <a:solidFill>
                  <a:schemeClr val="dk1"/>
                </a:solidFill>
              </a:defRPr>
            </a:lvl9pPr>
          </a:lstStyle>
          <a:p>
            <a:endParaRPr/>
          </a:p>
        </p:txBody>
      </p:sp>
      <p:sp>
        <p:nvSpPr>
          <p:cNvPr id="254" name="Google Shape;254;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55" name="Google Shape;255;p51"/>
          <p:cNvSpPr>
            <a:spLocks noGrp="1"/>
          </p:cNvSpPr>
          <p:nvPr>
            <p:ph type="pic" idx="2"/>
          </p:nvPr>
        </p:nvSpPr>
        <p:spPr>
          <a:xfrm>
            <a:off x="3726325" y="669925"/>
            <a:ext cx="5220900" cy="4276800"/>
          </a:xfrm>
          <a:prstGeom prst="round2DiagRect">
            <a:avLst>
              <a:gd name="adj1" fmla="val 16667"/>
              <a:gd name="adj2" fmla="val 0"/>
            </a:avLst>
          </a:prstGeom>
          <a:noFill/>
          <a:ln>
            <a:noFill/>
          </a:ln>
        </p:spPr>
      </p:sp>
      <p:sp>
        <p:nvSpPr>
          <p:cNvPr id="256" name="Google Shape;256;p51"/>
          <p:cNvSpPr txBox="1">
            <a:spLocks noGrp="1"/>
          </p:cNvSpPr>
          <p:nvPr>
            <p:ph type="body" idx="3"/>
          </p:nvPr>
        </p:nvSpPr>
        <p:spPr>
          <a:xfrm>
            <a:off x="196951" y="196725"/>
            <a:ext cx="1860600" cy="209100"/>
          </a:xfrm>
          <a:prstGeom prst="rect">
            <a:avLst/>
          </a:prstGeom>
        </p:spPr>
        <p:txBody>
          <a:bodyPr spcFirstLastPara="1" wrap="square" lIns="91425" tIns="91425" rIns="91425" bIns="91425" anchor="ctr" anchorCtr="0">
            <a:noAutofit/>
          </a:bodyPr>
          <a:lstStyle>
            <a:lvl1pPr marL="457200" lvl="0" indent="-279400">
              <a:spcBef>
                <a:spcPts val="0"/>
              </a:spcBef>
              <a:spcAft>
                <a:spcPts val="0"/>
              </a:spcAft>
              <a:buClr>
                <a:schemeClr val="dk1"/>
              </a:buClr>
              <a:buSzPts val="800"/>
              <a:buChar char="●"/>
              <a:defRPr sz="800">
                <a:solidFill>
                  <a:schemeClr val="dk1"/>
                </a:solidFill>
              </a:defRPr>
            </a:lvl1pPr>
            <a:lvl2pPr marL="914400" lvl="1" indent="-279400">
              <a:spcBef>
                <a:spcPts val="0"/>
              </a:spcBef>
              <a:spcAft>
                <a:spcPts val="0"/>
              </a:spcAft>
              <a:buClr>
                <a:schemeClr val="dk1"/>
              </a:buClr>
              <a:buSzPts val="800"/>
              <a:buChar char="○"/>
              <a:defRPr>
                <a:solidFill>
                  <a:schemeClr val="dk1"/>
                </a:solidFill>
              </a:defRPr>
            </a:lvl2pPr>
            <a:lvl3pPr marL="1371600" lvl="2" indent="-279400">
              <a:spcBef>
                <a:spcPts val="0"/>
              </a:spcBef>
              <a:spcAft>
                <a:spcPts val="0"/>
              </a:spcAft>
              <a:buClr>
                <a:schemeClr val="dk1"/>
              </a:buClr>
              <a:buSzPts val="800"/>
              <a:buChar char="■"/>
              <a:defRPr sz="800">
                <a:solidFill>
                  <a:schemeClr val="dk1"/>
                </a:solidFill>
              </a:defRPr>
            </a:lvl3pPr>
            <a:lvl4pPr marL="1828800" lvl="3" indent="-279400">
              <a:spcBef>
                <a:spcPts val="0"/>
              </a:spcBef>
              <a:spcAft>
                <a:spcPts val="0"/>
              </a:spcAft>
              <a:buClr>
                <a:schemeClr val="dk1"/>
              </a:buClr>
              <a:buSzPts val="800"/>
              <a:buChar char="●"/>
              <a:defRPr sz="800">
                <a:solidFill>
                  <a:schemeClr val="dk1"/>
                </a:solidFill>
              </a:defRPr>
            </a:lvl4pPr>
            <a:lvl5pPr marL="2286000" lvl="4" indent="-279400">
              <a:spcBef>
                <a:spcPts val="0"/>
              </a:spcBef>
              <a:spcAft>
                <a:spcPts val="0"/>
              </a:spcAft>
              <a:buClr>
                <a:schemeClr val="dk1"/>
              </a:buClr>
              <a:buSzPts val="800"/>
              <a:buChar char="○"/>
              <a:defRPr sz="800">
                <a:solidFill>
                  <a:schemeClr val="dk1"/>
                </a:solidFill>
              </a:defRPr>
            </a:lvl5pPr>
            <a:lvl6pPr marL="2743200" lvl="5" indent="-279400">
              <a:spcBef>
                <a:spcPts val="0"/>
              </a:spcBef>
              <a:spcAft>
                <a:spcPts val="0"/>
              </a:spcAft>
              <a:buClr>
                <a:schemeClr val="dk1"/>
              </a:buClr>
              <a:buSzPts val="800"/>
              <a:buChar char="■"/>
              <a:defRPr sz="800">
                <a:solidFill>
                  <a:schemeClr val="dk1"/>
                </a:solidFill>
              </a:defRPr>
            </a:lvl6pPr>
            <a:lvl7pPr marL="3200400" lvl="6" indent="-279400">
              <a:spcBef>
                <a:spcPts val="0"/>
              </a:spcBef>
              <a:spcAft>
                <a:spcPts val="0"/>
              </a:spcAft>
              <a:buClr>
                <a:schemeClr val="dk1"/>
              </a:buClr>
              <a:buSzPts val="800"/>
              <a:buChar char="●"/>
              <a:defRPr sz="800">
                <a:solidFill>
                  <a:schemeClr val="dk1"/>
                </a:solidFill>
              </a:defRPr>
            </a:lvl7pPr>
            <a:lvl8pPr marL="3657600" lvl="7" indent="-279400">
              <a:spcBef>
                <a:spcPts val="0"/>
              </a:spcBef>
              <a:spcAft>
                <a:spcPts val="0"/>
              </a:spcAft>
              <a:buClr>
                <a:schemeClr val="dk1"/>
              </a:buClr>
              <a:buSzPts val="800"/>
              <a:buChar char="○"/>
              <a:defRPr sz="800">
                <a:solidFill>
                  <a:schemeClr val="dk1"/>
                </a:solidFill>
              </a:defRPr>
            </a:lvl8pPr>
            <a:lvl9pPr marL="4114800" lvl="8" indent="-279400">
              <a:spcBef>
                <a:spcPts val="0"/>
              </a:spcBef>
              <a:spcAft>
                <a:spcPts val="0"/>
              </a:spcAft>
              <a:buClr>
                <a:schemeClr val="dk1"/>
              </a:buClr>
              <a:buSzPts val="800"/>
              <a:buChar char="■"/>
              <a:defRPr sz="800">
                <a:solidFill>
                  <a:schemeClr val="dk1"/>
                </a:solidFill>
              </a:defRPr>
            </a:lvl9pPr>
          </a:lstStyle>
          <a:p>
            <a:endParaRPr/>
          </a:p>
        </p:txBody>
      </p:sp>
      <p:sp>
        <p:nvSpPr>
          <p:cNvPr id="257" name="Google Shape;257;p51"/>
          <p:cNvSpPr txBox="1">
            <a:spLocks noGrp="1"/>
          </p:cNvSpPr>
          <p:nvPr>
            <p:ph type="body" idx="4"/>
          </p:nvPr>
        </p:nvSpPr>
        <p:spPr>
          <a:xfrm>
            <a:off x="7087526" y="196725"/>
            <a:ext cx="1933500" cy="209100"/>
          </a:xfrm>
          <a:prstGeom prst="rect">
            <a:avLst/>
          </a:prstGeom>
        </p:spPr>
        <p:txBody>
          <a:bodyPr spcFirstLastPara="1" wrap="square" lIns="91425" tIns="91425" rIns="91425" bIns="91425" anchor="ctr" anchorCtr="0">
            <a:noAutofit/>
          </a:bodyPr>
          <a:lstStyle>
            <a:lvl1pPr marL="457200" lvl="0" indent="-279400" algn="r">
              <a:spcBef>
                <a:spcPts val="0"/>
              </a:spcBef>
              <a:spcAft>
                <a:spcPts val="0"/>
              </a:spcAft>
              <a:buClr>
                <a:schemeClr val="dk1"/>
              </a:buClr>
              <a:buSzPts val="800"/>
              <a:buChar char="●"/>
              <a:defRPr sz="800">
                <a:solidFill>
                  <a:schemeClr val="dk1"/>
                </a:solidFill>
              </a:defRPr>
            </a:lvl1pPr>
            <a:lvl2pPr marL="914400" lvl="1" indent="-279400" algn="r">
              <a:spcBef>
                <a:spcPts val="0"/>
              </a:spcBef>
              <a:spcAft>
                <a:spcPts val="0"/>
              </a:spcAft>
              <a:buClr>
                <a:schemeClr val="dk1"/>
              </a:buClr>
              <a:buSzPts val="800"/>
              <a:buChar char="○"/>
              <a:defRPr>
                <a:solidFill>
                  <a:schemeClr val="dk1"/>
                </a:solidFill>
              </a:defRPr>
            </a:lvl2pPr>
            <a:lvl3pPr marL="1371600" lvl="2" indent="-279400" algn="r">
              <a:spcBef>
                <a:spcPts val="0"/>
              </a:spcBef>
              <a:spcAft>
                <a:spcPts val="0"/>
              </a:spcAft>
              <a:buClr>
                <a:schemeClr val="dk1"/>
              </a:buClr>
              <a:buSzPts val="800"/>
              <a:buChar char="■"/>
              <a:defRPr sz="800">
                <a:solidFill>
                  <a:schemeClr val="dk1"/>
                </a:solidFill>
              </a:defRPr>
            </a:lvl3pPr>
            <a:lvl4pPr marL="1828800" lvl="3" indent="-279400" algn="r">
              <a:spcBef>
                <a:spcPts val="0"/>
              </a:spcBef>
              <a:spcAft>
                <a:spcPts val="0"/>
              </a:spcAft>
              <a:buClr>
                <a:schemeClr val="dk1"/>
              </a:buClr>
              <a:buSzPts val="800"/>
              <a:buChar char="●"/>
              <a:defRPr sz="800">
                <a:solidFill>
                  <a:schemeClr val="dk1"/>
                </a:solidFill>
              </a:defRPr>
            </a:lvl4pPr>
            <a:lvl5pPr marL="2286000" lvl="4" indent="-279400" algn="r">
              <a:spcBef>
                <a:spcPts val="0"/>
              </a:spcBef>
              <a:spcAft>
                <a:spcPts val="0"/>
              </a:spcAft>
              <a:buClr>
                <a:schemeClr val="dk1"/>
              </a:buClr>
              <a:buSzPts val="800"/>
              <a:buChar char="○"/>
              <a:defRPr sz="800">
                <a:solidFill>
                  <a:schemeClr val="dk1"/>
                </a:solidFill>
              </a:defRPr>
            </a:lvl5pPr>
            <a:lvl6pPr marL="2743200" lvl="5" indent="-279400" algn="r">
              <a:spcBef>
                <a:spcPts val="0"/>
              </a:spcBef>
              <a:spcAft>
                <a:spcPts val="0"/>
              </a:spcAft>
              <a:buClr>
                <a:schemeClr val="dk1"/>
              </a:buClr>
              <a:buSzPts val="800"/>
              <a:buChar char="■"/>
              <a:defRPr sz="800">
                <a:solidFill>
                  <a:schemeClr val="dk1"/>
                </a:solidFill>
              </a:defRPr>
            </a:lvl6pPr>
            <a:lvl7pPr marL="3200400" lvl="6" indent="-279400" algn="r">
              <a:spcBef>
                <a:spcPts val="0"/>
              </a:spcBef>
              <a:spcAft>
                <a:spcPts val="0"/>
              </a:spcAft>
              <a:buClr>
                <a:schemeClr val="dk1"/>
              </a:buClr>
              <a:buSzPts val="800"/>
              <a:buChar char="●"/>
              <a:defRPr sz="800">
                <a:solidFill>
                  <a:schemeClr val="dk1"/>
                </a:solidFill>
              </a:defRPr>
            </a:lvl7pPr>
            <a:lvl8pPr marL="3657600" lvl="7" indent="-279400" algn="r">
              <a:spcBef>
                <a:spcPts val="0"/>
              </a:spcBef>
              <a:spcAft>
                <a:spcPts val="0"/>
              </a:spcAft>
              <a:buClr>
                <a:schemeClr val="dk1"/>
              </a:buClr>
              <a:buSzPts val="800"/>
              <a:buChar char="○"/>
              <a:defRPr sz="800">
                <a:solidFill>
                  <a:schemeClr val="dk1"/>
                </a:solidFill>
              </a:defRPr>
            </a:lvl8pPr>
            <a:lvl9pPr marL="4114800" lvl="8" indent="-279400" algn="r">
              <a:spcBef>
                <a:spcPts val="0"/>
              </a:spcBef>
              <a:spcAft>
                <a:spcPts val="0"/>
              </a:spcAft>
              <a:buClr>
                <a:schemeClr val="dk1"/>
              </a:buClr>
              <a:buSzPts val="800"/>
              <a:buChar char="■"/>
              <a:defRPr sz="800">
                <a:solidFill>
                  <a:schemeClr val="dk1"/>
                </a:solidFill>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body and image 2">
  <p:cSld name="TITLE_AND_TWO_COLUMNS_1">
    <p:bg>
      <p:bgPr>
        <a:solidFill>
          <a:schemeClr val="dk1"/>
        </a:solidFill>
        <a:effectLst/>
      </p:bgPr>
    </p:bg>
    <p:spTree>
      <p:nvGrpSpPr>
        <p:cNvPr id="1" name="Shape 258"/>
        <p:cNvGrpSpPr/>
        <p:nvPr/>
      </p:nvGrpSpPr>
      <p:grpSpPr>
        <a:xfrm>
          <a:off x="0" y="0"/>
          <a:ext cx="0" cy="0"/>
          <a:chOff x="0" y="0"/>
          <a:chExt cx="0" cy="0"/>
        </a:xfrm>
      </p:grpSpPr>
      <p:sp>
        <p:nvSpPr>
          <p:cNvPr id="259" name="Google Shape;259;p52"/>
          <p:cNvSpPr txBox="1">
            <a:spLocks noGrp="1"/>
          </p:cNvSpPr>
          <p:nvPr>
            <p:ph type="title"/>
          </p:nvPr>
        </p:nvSpPr>
        <p:spPr>
          <a:xfrm>
            <a:off x="197375" y="1052750"/>
            <a:ext cx="3151800" cy="16329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3450"/>
              <a:buNone/>
              <a:defRPr>
                <a:solidFill>
                  <a:schemeClr val="lt1"/>
                </a:solidFill>
              </a:defRPr>
            </a:lvl1pPr>
            <a:lvl2pPr lvl="1">
              <a:spcBef>
                <a:spcPts val="0"/>
              </a:spcBef>
              <a:spcAft>
                <a:spcPts val="0"/>
              </a:spcAft>
              <a:buClr>
                <a:schemeClr val="lt1"/>
              </a:buClr>
              <a:buSzPts val="3450"/>
              <a:buNone/>
              <a:defRPr>
                <a:solidFill>
                  <a:schemeClr val="lt1"/>
                </a:solidFill>
              </a:defRPr>
            </a:lvl2pPr>
            <a:lvl3pPr lvl="2">
              <a:spcBef>
                <a:spcPts val="0"/>
              </a:spcBef>
              <a:spcAft>
                <a:spcPts val="0"/>
              </a:spcAft>
              <a:buClr>
                <a:schemeClr val="lt1"/>
              </a:buClr>
              <a:buSzPts val="3450"/>
              <a:buNone/>
              <a:defRPr>
                <a:solidFill>
                  <a:schemeClr val="lt1"/>
                </a:solidFill>
              </a:defRPr>
            </a:lvl3pPr>
            <a:lvl4pPr lvl="3">
              <a:spcBef>
                <a:spcPts val="0"/>
              </a:spcBef>
              <a:spcAft>
                <a:spcPts val="0"/>
              </a:spcAft>
              <a:buClr>
                <a:schemeClr val="lt1"/>
              </a:buClr>
              <a:buSzPts val="3450"/>
              <a:buNone/>
              <a:defRPr>
                <a:solidFill>
                  <a:schemeClr val="lt1"/>
                </a:solidFill>
              </a:defRPr>
            </a:lvl4pPr>
            <a:lvl5pPr lvl="4">
              <a:spcBef>
                <a:spcPts val="0"/>
              </a:spcBef>
              <a:spcAft>
                <a:spcPts val="0"/>
              </a:spcAft>
              <a:buClr>
                <a:schemeClr val="lt1"/>
              </a:buClr>
              <a:buSzPts val="3450"/>
              <a:buNone/>
              <a:defRPr>
                <a:solidFill>
                  <a:schemeClr val="lt1"/>
                </a:solidFill>
              </a:defRPr>
            </a:lvl5pPr>
            <a:lvl6pPr lvl="5">
              <a:spcBef>
                <a:spcPts val="0"/>
              </a:spcBef>
              <a:spcAft>
                <a:spcPts val="0"/>
              </a:spcAft>
              <a:buClr>
                <a:schemeClr val="lt1"/>
              </a:buClr>
              <a:buSzPts val="3450"/>
              <a:buNone/>
              <a:defRPr>
                <a:solidFill>
                  <a:schemeClr val="lt1"/>
                </a:solidFill>
              </a:defRPr>
            </a:lvl6pPr>
            <a:lvl7pPr lvl="6">
              <a:spcBef>
                <a:spcPts val="0"/>
              </a:spcBef>
              <a:spcAft>
                <a:spcPts val="0"/>
              </a:spcAft>
              <a:buClr>
                <a:schemeClr val="lt1"/>
              </a:buClr>
              <a:buSzPts val="3450"/>
              <a:buNone/>
              <a:defRPr>
                <a:solidFill>
                  <a:schemeClr val="lt1"/>
                </a:solidFill>
              </a:defRPr>
            </a:lvl7pPr>
            <a:lvl8pPr lvl="7">
              <a:spcBef>
                <a:spcPts val="0"/>
              </a:spcBef>
              <a:spcAft>
                <a:spcPts val="0"/>
              </a:spcAft>
              <a:buClr>
                <a:schemeClr val="lt1"/>
              </a:buClr>
              <a:buSzPts val="3450"/>
              <a:buNone/>
              <a:defRPr>
                <a:solidFill>
                  <a:schemeClr val="lt1"/>
                </a:solidFill>
              </a:defRPr>
            </a:lvl8pPr>
            <a:lvl9pPr lvl="8">
              <a:spcBef>
                <a:spcPts val="0"/>
              </a:spcBef>
              <a:spcAft>
                <a:spcPts val="0"/>
              </a:spcAft>
              <a:buClr>
                <a:schemeClr val="lt1"/>
              </a:buClr>
              <a:buSzPts val="3450"/>
              <a:buNone/>
              <a:defRPr>
                <a:solidFill>
                  <a:schemeClr val="lt1"/>
                </a:solidFill>
              </a:defRPr>
            </a:lvl9pPr>
          </a:lstStyle>
          <a:p>
            <a:endParaRPr/>
          </a:p>
        </p:txBody>
      </p:sp>
      <p:sp>
        <p:nvSpPr>
          <p:cNvPr id="260" name="Google Shape;260;p52"/>
          <p:cNvSpPr txBox="1">
            <a:spLocks noGrp="1"/>
          </p:cNvSpPr>
          <p:nvPr>
            <p:ph type="body" idx="1"/>
          </p:nvPr>
        </p:nvSpPr>
        <p:spPr>
          <a:xfrm>
            <a:off x="197375" y="2685650"/>
            <a:ext cx="3151800" cy="1822500"/>
          </a:xfrm>
          <a:prstGeom prst="rect">
            <a:avLst/>
          </a:prstGeom>
        </p:spPr>
        <p:txBody>
          <a:bodyPr spcFirstLastPara="1" wrap="square" lIns="91425" tIns="91425" rIns="91425" bIns="91425" anchor="t" anchorCtr="0">
            <a:noAutofit/>
          </a:bodyPr>
          <a:lstStyle>
            <a:lvl1pPr marL="457200" lvl="0" indent="-292100">
              <a:lnSpc>
                <a:spcPct val="100000"/>
              </a:lnSpc>
              <a:spcBef>
                <a:spcPts val="0"/>
              </a:spcBef>
              <a:spcAft>
                <a:spcPts val="0"/>
              </a:spcAft>
              <a:buClr>
                <a:schemeClr val="lt1"/>
              </a:buClr>
              <a:buSzPts val="1000"/>
              <a:buChar char="●"/>
              <a:defRPr>
                <a:solidFill>
                  <a:schemeClr val="lt1"/>
                </a:solidFill>
              </a:defRPr>
            </a:lvl1pPr>
            <a:lvl2pPr marL="914400" lvl="1" indent="-292100">
              <a:lnSpc>
                <a:spcPct val="100000"/>
              </a:lnSpc>
              <a:spcBef>
                <a:spcPts val="0"/>
              </a:spcBef>
              <a:spcAft>
                <a:spcPts val="0"/>
              </a:spcAft>
              <a:buClr>
                <a:schemeClr val="lt1"/>
              </a:buClr>
              <a:buSzPts val="1000"/>
              <a:buChar char="○"/>
              <a:defRPr sz="1000">
                <a:solidFill>
                  <a:schemeClr val="lt1"/>
                </a:solidFill>
              </a:defRPr>
            </a:lvl2pPr>
            <a:lvl3pPr marL="1371600" lvl="2" indent="-292100">
              <a:lnSpc>
                <a:spcPct val="100000"/>
              </a:lnSpc>
              <a:spcBef>
                <a:spcPts val="0"/>
              </a:spcBef>
              <a:spcAft>
                <a:spcPts val="0"/>
              </a:spcAft>
              <a:buClr>
                <a:schemeClr val="lt1"/>
              </a:buClr>
              <a:buSzPts val="1000"/>
              <a:buChar char="■"/>
              <a:defRPr>
                <a:solidFill>
                  <a:schemeClr val="lt1"/>
                </a:solidFill>
              </a:defRPr>
            </a:lvl3pPr>
            <a:lvl4pPr marL="1828800" lvl="3" indent="-292100">
              <a:lnSpc>
                <a:spcPct val="100000"/>
              </a:lnSpc>
              <a:spcBef>
                <a:spcPts val="0"/>
              </a:spcBef>
              <a:spcAft>
                <a:spcPts val="0"/>
              </a:spcAft>
              <a:buClr>
                <a:schemeClr val="lt1"/>
              </a:buClr>
              <a:buSzPts val="1000"/>
              <a:buChar char="●"/>
              <a:defRPr>
                <a:solidFill>
                  <a:schemeClr val="lt1"/>
                </a:solidFill>
              </a:defRPr>
            </a:lvl4pPr>
            <a:lvl5pPr marL="2286000" lvl="4" indent="-292100">
              <a:lnSpc>
                <a:spcPct val="100000"/>
              </a:lnSpc>
              <a:spcBef>
                <a:spcPts val="0"/>
              </a:spcBef>
              <a:spcAft>
                <a:spcPts val="0"/>
              </a:spcAft>
              <a:buClr>
                <a:schemeClr val="lt1"/>
              </a:buClr>
              <a:buSzPts val="1000"/>
              <a:buChar char="○"/>
              <a:defRPr>
                <a:solidFill>
                  <a:schemeClr val="lt1"/>
                </a:solidFill>
              </a:defRPr>
            </a:lvl5pPr>
            <a:lvl6pPr marL="2743200" lvl="5" indent="-292100">
              <a:lnSpc>
                <a:spcPct val="100000"/>
              </a:lnSpc>
              <a:spcBef>
                <a:spcPts val="0"/>
              </a:spcBef>
              <a:spcAft>
                <a:spcPts val="0"/>
              </a:spcAft>
              <a:buClr>
                <a:schemeClr val="lt1"/>
              </a:buClr>
              <a:buSzPts val="1000"/>
              <a:buChar char="■"/>
              <a:defRPr>
                <a:solidFill>
                  <a:schemeClr val="lt1"/>
                </a:solidFill>
              </a:defRPr>
            </a:lvl6pPr>
            <a:lvl7pPr marL="3200400" lvl="6" indent="-292100">
              <a:lnSpc>
                <a:spcPct val="100000"/>
              </a:lnSpc>
              <a:spcBef>
                <a:spcPts val="0"/>
              </a:spcBef>
              <a:spcAft>
                <a:spcPts val="0"/>
              </a:spcAft>
              <a:buClr>
                <a:schemeClr val="lt1"/>
              </a:buClr>
              <a:buSzPts val="1000"/>
              <a:buChar char="●"/>
              <a:defRPr>
                <a:solidFill>
                  <a:schemeClr val="lt1"/>
                </a:solidFill>
              </a:defRPr>
            </a:lvl7pPr>
            <a:lvl8pPr marL="3657600" lvl="7" indent="-292100">
              <a:lnSpc>
                <a:spcPct val="100000"/>
              </a:lnSpc>
              <a:spcBef>
                <a:spcPts val="0"/>
              </a:spcBef>
              <a:spcAft>
                <a:spcPts val="0"/>
              </a:spcAft>
              <a:buClr>
                <a:schemeClr val="lt1"/>
              </a:buClr>
              <a:buSzPts val="1000"/>
              <a:buChar char="○"/>
              <a:defRPr>
                <a:solidFill>
                  <a:schemeClr val="lt1"/>
                </a:solidFill>
              </a:defRPr>
            </a:lvl8pPr>
            <a:lvl9pPr marL="4114800" lvl="8" indent="-292100">
              <a:lnSpc>
                <a:spcPct val="100000"/>
              </a:lnSpc>
              <a:spcBef>
                <a:spcPts val="0"/>
              </a:spcBef>
              <a:spcAft>
                <a:spcPts val="0"/>
              </a:spcAft>
              <a:buClr>
                <a:schemeClr val="lt1"/>
              </a:buClr>
              <a:buSzPts val="1000"/>
              <a:buChar char="■"/>
              <a:defRPr>
                <a:solidFill>
                  <a:schemeClr val="lt1"/>
                </a:solidFill>
              </a:defRPr>
            </a:lvl9pPr>
          </a:lstStyle>
          <a:p>
            <a:endParaRPr/>
          </a:p>
        </p:txBody>
      </p:sp>
      <p:sp>
        <p:nvSpPr>
          <p:cNvPr id="261" name="Google Shape;261;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62" name="Google Shape;262;p52"/>
          <p:cNvSpPr>
            <a:spLocks noGrp="1"/>
          </p:cNvSpPr>
          <p:nvPr>
            <p:ph type="pic" idx="2"/>
          </p:nvPr>
        </p:nvSpPr>
        <p:spPr>
          <a:xfrm>
            <a:off x="3726325" y="669925"/>
            <a:ext cx="5220900" cy="4276800"/>
          </a:xfrm>
          <a:prstGeom prst="round2DiagRect">
            <a:avLst>
              <a:gd name="adj1" fmla="val 16667"/>
              <a:gd name="adj2" fmla="val 0"/>
            </a:avLst>
          </a:prstGeom>
          <a:noFill/>
          <a:ln>
            <a:noFill/>
          </a:ln>
        </p:spPr>
      </p:sp>
      <p:sp>
        <p:nvSpPr>
          <p:cNvPr id="263" name="Google Shape;263;p52"/>
          <p:cNvSpPr txBox="1">
            <a:spLocks noGrp="1"/>
          </p:cNvSpPr>
          <p:nvPr>
            <p:ph type="body" idx="3"/>
          </p:nvPr>
        </p:nvSpPr>
        <p:spPr>
          <a:xfrm>
            <a:off x="196951" y="196725"/>
            <a:ext cx="1860300" cy="209100"/>
          </a:xfrm>
          <a:prstGeom prst="rect">
            <a:avLst/>
          </a:prstGeom>
        </p:spPr>
        <p:txBody>
          <a:bodyPr spcFirstLastPara="1" wrap="square" lIns="91425" tIns="91425" rIns="91425" bIns="91425" anchor="ctr" anchorCtr="0">
            <a:noAutofit/>
          </a:bodyPr>
          <a:lstStyle>
            <a:lvl1pPr marL="457200" lvl="0" indent="-279400">
              <a:spcBef>
                <a:spcPts val="0"/>
              </a:spcBef>
              <a:spcAft>
                <a:spcPts val="0"/>
              </a:spcAft>
              <a:buClr>
                <a:schemeClr val="lt1"/>
              </a:buClr>
              <a:buSzPts val="800"/>
              <a:buChar char="●"/>
              <a:defRPr sz="800">
                <a:solidFill>
                  <a:schemeClr val="lt1"/>
                </a:solidFill>
              </a:defRPr>
            </a:lvl1pPr>
            <a:lvl2pPr marL="914400" lvl="1" indent="-279400">
              <a:spcBef>
                <a:spcPts val="0"/>
              </a:spcBef>
              <a:spcAft>
                <a:spcPts val="0"/>
              </a:spcAft>
              <a:buClr>
                <a:schemeClr val="lt1"/>
              </a:buClr>
              <a:buSzPts val="800"/>
              <a:buChar char="○"/>
              <a:defRPr>
                <a:solidFill>
                  <a:schemeClr val="lt1"/>
                </a:solidFill>
              </a:defRPr>
            </a:lvl2pPr>
            <a:lvl3pPr marL="1371600" lvl="2" indent="-279400">
              <a:spcBef>
                <a:spcPts val="0"/>
              </a:spcBef>
              <a:spcAft>
                <a:spcPts val="0"/>
              </a:spcAft>
              <a:buClr>
                <a:schemeClr val="lt1"/>
              </a:buClr>
              <a:buSzPts val="800"/>
              <a:buChar char="■"/>
              <a:defRPr sz="800">
                <a:solidFill>
                  <a:schemeClr val="lt1"/>
                </a:solidFill>
              </a:defRPr>
            </a:lvl3pPr>
            <a:lvl4pPr marL="1828800" lvl="3" indent="-279400">
              <a:spcBef>
                <a:spcPts val="0"/>
              </a:spcBef>
              <a:spcAft>
                <a:spcPts val="0"/>
              </a:spcAft>
              <a:buClr>
                <a:schemeClr val="lt1"/>
              </a:buClr>
              <a:buSzPts val="800"/>
              <a:buChar char="●"/>
              <a:defRPr sz="800">
                <a:solidFill>
                  <a:schemeClr val="lt1"/>
                </a:solidFill>
              </a:defRPr>
            </a:lvl4pPr>
            <a:lvl5pPr marL="2286000" lvl="4" indent="-279400">
              <a:spcBef>
                <a:spcPts val="0"/>
              </a:spcBef>
              <a:spcAft>
                <a:spcPts val="0"/>
              </a:spcAft>
              <a:buClr>
                <a:schemeClr val="lt1"/>
              </a:buClr>
              <a:buSzPts val="800"/>
              <a:buChar char="○"/>
              <a:defRPr sz="800">
                <a:solidFill>
                  <a:schemeClr val="lt1"/>
                </a:solidFill>
              </a:defRPr>
            </a:lvl5pPr>
            <a:lvl6pPr marL="2743200" lvl="5" indent="-279400">
              <a:spcBef>
                <a:spcPts val="0"/>
              </a:spcBef>
              <a:spcAft>
                <a:spcPts val="0"/>
              </a:spcAft>
              <a:buClr>
                <a:schemeClr val="lt1"/>
              </a:buClr>
              <a:buSzPts val="800"/>
              <a:buChar char="■"/>
              <a:defRPr sz="800">
                <a:solidFill>
                  <a:schemeClr val="lt1"/>
                </a:solidFill>
              </a:defRPr>
            </a:lvl6pPr>
            <a:lvl7pPr marL="3200400" lvl="6" indent="-279400">
              <a:spcBef>
                <a:spcPts val="0"/>
              </a:spcBef>
              <a:spcAft>
                <a:spcPts val="0"/>
              </a:spcAft>
              <a:buClr>
                <a:schemeClr val="lt1"/>
              </a:buClr>
              <a:buSzPts val="800"/>
              <a:buChar char="●"/>
              <a:defRPr sz="800">
                <a:solidFill>
                  <a:schemeClr val="lt1"/>
                </a:solidFill>
              </a:defRPr>
            </a:lvl7pPr>
            <a:lvl8pPr marL="3657600" lvl="7" indent="-279400">
              <a:spcBef>
                <a:spcPts val="0"/>
              </a:spcBef>
              <a:spcAft>
                <a:spcPts val="0"/>
              </a:spcAft>
              <a:buClr>
                <a:schemeClr val="lt1"/>
              </a:buClr>
              <a:buSzPts val="800"/>
              <a:buChar char="○"/>
              <a:defRPr sz="800">
                <a:solidFill>
                  <a:schemeClr val="lt1"/>
                </a:solidFill>
              </a:defRPr>
            </a:lvl8pPr>
            <a:lvl9pPr marL="4114800" lvl="8" indent="-279400">
              <a:spcBef>
                <a:spcPts val="0"/>
              </a:spcBef>
              <a:spcAft>
                <a:spcPts val="0"/>
              </a:spcAft>
              <a:buClr>
                <a:schemeClr val="lt1"/>
              </a:buClr>
              <a:buSzPts val="800"/>
              <a:buChar char="■"/>
              <a:defRPr sz="800">
                <a:solidFill>
                  <a:schemeClr val="lt1"/>
                </a:solidFill>
              </a:defRPr>
            </a:lvl9pPr>
          </a:lstStyle>
          <a:p>
            <a:endParaRPr/>
          </a:p>
        </p:txBody>
      </p:sp>
      <p:sp>
        <p:nvSpPr>
          <p:cNvPr id="264" name="Google Shape;264;p52"/>
          <p:cNvSpPr txBox="1">
            <a:spLocks noGrp="1"/>
          </p:cNvSpPr>
          <p:nvPr>
            <p:ph type="body" idx="4"/>
          </p:nvPr>
        </p:nvSpPr>
        <p:spPr>
          <a:xfrm>
            <a:off x="7087526" y="196725"/>
            <a:ext cx="1933500" cy="209100"/>
          </a:xfrm>
          <a:prstGeom prst="rect">
            <a:avLst/>
          </a:prstGeom>
        </p:spPr>
        <p:txBody>
          <a:bodyPr spcFirstLastPara="1" wrap="square" lIns="91425" tIns="91425" rIns="91425" bIns="91425" anchor="ctr" anchorCtr="0">
            <a:noAutofit/>
          </a:bodyPr>
          <a:lstStyle>
            <a:lvl1pPr marL="457200" lvl="0" indent="-279400" algn="r">
              <a:spcBef>
                <a:spcPts val="0"/>
              </a:spcBef>
              <a:spcAft>
                <a:spcPts val="0"/>
              </a:spcAft>
              <a:buClr>
                <a:schemeClr val="lt1"/>
              </a:buClr>
              <a:buSzPts val="800"/>
              <a:buChar char="●"/>
              <a:defRPr sz="800">
                <a:solidFill>
                  <a:schemeClr val="lt1"/>
                </a:solidFill>
              </a:defRPr>
            </a:lvl1pPr>
            <a:lvl2pPr marL="914400" lvl="1" indent="-279400" algn="r">
              <a:spcBef>
                <a:spcPts val="0"/>
              </a:spcBef>
              <a:spcAft>
                <a:spcPts val="0"/>
              </a:spcAft>
              <a:buClr>
                <a:schemeClr val="lt1"/>
              </a:buClr>
              <a:buSzPts val="800"/>
              <a:buChar char="○"/>
              <a:defRPr>
                <a:solidFill>
                  <a:schemeClr val="lt1"/>
                </a:solidFill>
              </a:defRPr>
            </a:lvl2pPr>
            <a:lvl3pPr marL="1371600" lvl="2" indent="-279400" algn="r">
              <a:spcBef>
                <a:spcPts val="0"/>
              </a:spcBef>
              <a:spcAft>
                <a:spcPts val="0"/>
              </a:spcAft>
              <a:buClr>
                <a:schemeClr val="lt1"/>
              </a:buClr>
              <a:buSzPts val="800"/>
              <a:buChar char="■"/>
              <a:defRPr sz="800">
                <a:solidFill>
                  <a:schemeClr val="lt1"/>
                </a:solidFill>
              </a:defRPr>
            </a:lvl3pPr>
            <a:lvl4pPr marL="1828800" lvl="3" indent="-279400" algn="r">
              <a:spcBef>
                <a:spcPts val="0"/>
              </a:spcBef>
              <a:spcAft>
                <a:spcPts val="0"/>
              </a:spcAft>
              <a:buClr>
                <a:schemeClr val="lt1"/>
              </a:buClr>
              <a:buSzPts val="800"/>
              <a:buChar char="●"/>
              <a:defRPr sz="800">
                <a:solidFill>
                  <a:schemeClr val="lt1"/>
                </a:solidFill>
              </a:defRPr>
            </a:lvl4pPr>
            <a:lvl5pPr marL="2286000" lvl="4" indent="-279400" algn="r">
              <a:spcBef>
                <a:spcPts val="0"/>
              </a:spcBef>
              <a:spcAft>
                <a:spcPts val="0"/>
              </a:spcAft>
              <a:buClr>
                <a:schemeClr val="lt1"/>
              </a:buClr>
              <a:buSzPts val="800"/>
              <a:buChar char="○"/>
              <a:defRPr sz="800">
                <a:solidFill>
                  <a:schemeClr val="lt1"/>
                </a:solidFill>
              </a:defRPr>
            </a:lvl5pPr>
            <a:lvl6pPr marL="2743200" lvl="5" indent="-279400" algn="r">
              <a:spcBef>
                <a:spcPts val="0"/>
              </a:spcBef>
              <a:spcAft>
                <a:spcPts val="0"/>
              </a:spcAft>
              <a:buClr>
                <a:schemeClr val="lt1"/>
              </a:buClr>
              <a:buSzPts val="800"/>
              <a:buChar char="■"/>
              <a:defRPr sz="800">
                <a:solidFill>
                  <a:schemeClr val="lt1"/>
                </a:solidFill>
              </a:defRPr>
            </a:lvl6pPr>
            <a:lvl7pPr marL="3200400" lvl="6" indent="-279400" algn="r">
              <a:spcBef>
                <a:spcPts val="0"/>
              </a:spcBef>
              <a:spcAft>
                <a:spcPts val="0"/>
              </a:spcAft>
              <a:buClr>
                <a:schemeClr val="lt1"/>
              </a:buClr>
              <a:buSzPts val="800"/>
              <a:buChar char="●"/>
              <a:defRPr sz="800">
                <a:solidFill>
                  <a:schemeClr val="lt1"/>
                </a:solidFill>
              </a:defRPr>
            </a:lvl7pPr>
            <a:lvl8pPr marL="3657600" lvl="7" indent="-279400" algn="r">
              <a:spcBef>
                <a:spcPts val="0"/>
              </a:spcBef>
              <a:spcAft>
                <a:spcPts val="0"/>
              </a:spcAft>
              <a:buClr>
                <a:schemeClr val="lt1"/>
              </a:buClr>
              <a:buSzPts val="800"/>
              <a:buChar char="○"/>
              <a:defRPr sz="800">
                <a:solidFill>
                  <a:schemeClr val="lt1"/>
                </a:solidFill>
              </a:defRPr>
            </a:lvl8pPr>
            <a:lvl9pPr marL="4114800" lvl="8" indent="-279400" algn="r">
              <a:spcBef>
                <a:spcPts val="0"/>
              </a:spcBef>
              <a:spcAft>
                <a:spcPts val="0"/>
              </a:spcAft>
              <a:buClr>
                <a:schemeClr val="lt1"/>
              </a:buClr>
              <a:buSzPts val="800"/>
              <a:buChar char="■"/>
              <a:defRPr sz="800">
                <a:solidFill>
                  <a:schemeClr val="lt1"/>
                </a:solidFill>
              </a:defRPr>
            </a:lvl9pPr>
          </a:lstStyle>
          <a:p>
            <a:endParaRPr/>
          </a:p>
        </p:txBody>
      </p:sp>
      <p:sp>
        <p:nvSpPr>
          <p:cNvPr id="265" name="Google Shape;265;p52"/>
          <p:cNvSpPr txBox="1">
            <a:spLocks noGrp="1"/>
          </p:cNvSpPr>
          <p:nvPr>
            <p:ph type="sldNum" idx="5"/>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Section title and chart">
  <p:cSld name="SECTION_TITLE_AND_DESCRIPTION">
    <p:bg>
      <p:bgPr>
        <a:solidFill>
          <a:schemeClr val="lt2"/>
        </a:solidFill>
        <a:effectLst/>
      </p:bgPr>
    </p:bg>
    <p:spTree>
      <p:nvGrpSpPr>
        <p:cNvPr id="1" name="Shape 266"/>
        <p:cNvGrpSpPr/>
        <p:nvPr/>
      </p:nvGrpSpPr>
      <p:grpSpPr>
        <a:xfrm>
          <a:off x="0" y="0"/>
          <a:ext cx="0" cy="0"/>
          <a:chOff x="0" y="0"/>
          <a:chExt cx="0" cy="0"/>
        </a:xfrm>
      </p:grpSpPr>
      <p:sp>
        <p:nvSpPr>
          <p:cNvPr id="267" name="Google Shape;267;p53"/>
          <p:cNvSpPr/>
          <p:nvPr/>
        </p:nvSpPr>
        <p:spPr>
          <a:xfrm>
            <a:off x="4305000" y="-125"/>
            <a:ext cx="4839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68" name="Google Shape;268;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
        <p:nvSpPr>
          <p:cNvPr id="269" name="Google Shape;269;p53"/>
          <p:cNvSpPr txBox="1">
            <a:spLocks noGrp="1"/>
          </p:cNvSpPr>
          <p:nvPr>
            <p:ph type="title"/>
          </p:nvPr>
        </p:nvSpPr>
        <p:spPr>
          <a:xfrm>
            <a:off x="197375" y="1052750"/>
            <a:ext cx="3151800" cy="1632900"/>
          </a:xfrm>
          <a:prstGeom prst="rect">
            <a:avLst/>
          </a:prstGeom>
        </p:spPr>
        <p:txBody>
          <a:bodyPr spcFirstLastPara="1" wrap="square" lIns="91425" tIns="91425" rIns="91425" bIns="91425" anchor="b" anchorCtr="0">
            <a:noAutofit/>
          </a:bodyPr>
          <a:lstStyle>
            <a:lvl1pPr lvl="0">
              <a:spcBef>
                <a:spcPts val="0"/>
              </a:spcBef>
              <a:spcAft>
                <a:spcPts val="0"/>
              </a:spcAft>
              <a:buClr>
                <a:schemeClr val="dk2"/>
              </a:buClr>
              <a:buSzPts val="3450"/>
              <a:buNone/>
              <a:defRPr>
                <a:solidFill>
                  <a:schemeClr val="dk2"/>
                </a:solidFill>
              </a:defRPr>
            </a:lvl1pPr>
            <a:lvl2pPr lvl="1">
              <a:spcBef>
                <a:spcPts val="0"/>
              </a:spcBef>
              <a:spcAft>
                <a:spcPts val="0"/>
              </a:spcAft>
              <a:buClr>
                <a:schemeClr val="dk2"/>
              </a:buClr>
              <a:buSzPts val="3450"/>
              <a:buNone/>
              <a:defRPr>
                <a:solidFill>
                  <a:schemeClr val="dk2"/>
                </a:solidFill>
              </a:defRPr>
            </a:lvl2pPr>
            <a:lvl3pPr lvl="2">
              <a:spcBef>
                <a:spcPts val="0"/>
              </a:spcBef>
              <a:spcAft>
                <a:spcPts val="0"/>
              </a:spcAft>
              <a:buClr>
                <a:schemeClr val="dk2"/>
              </a:buClr>
              <a:buSzPts val="3450"/>
              <a:buNone/>
              <a:defRPr>
                <a:solidFill>
                  <a:schemeClr val="dk2"/>
                </a:solidFill>
              </a:defRPr>
            </a:lvl3pPr>
            <a:lvl4pPr lvl="3">
              <a:spcBef>
                <a:spcPts val="0"/>
              </a:spcBef>
              <a:spcAft>
                <a:spcPts val="0"/>
              </a:spcAft>
              <a:buClr>
                <a:schemeClr val="dk2"/>
              </a:buClr>
              <a:buSzPts val="3450"/>
              <a:buNone/>
              <a:defRPr>
                <a:solidFill>
                  <a:schemeClr val="dk2"/>
                </a:solidFill>
              </a:defRPr>
            </a:lvl4pPr>
            <a:lvl5pPr lvl="4">
              <a:spcBef>
                <a:spcPts val="0"/>
              </a:spcBef>
              <a:spcAft>
                <a:spcPts val="0"/>
              </a:spcAft>
              <a:buClr>
                <a:schemeClr val="dk2"/>
              </a:buClr>
              <a:buSzPts val="3450"/>
              <a:buNone/>
              <a:defRPr>
                <a:solidFill>
                  <a:schemeClr val="dk2"/>
                </a:solidFill>
              </a:defRPr>
            </a:lvl5pPr>
            <a:lvl6pPr lvl="5">
              <a:spcBef>
                <a:spcPts val="0"/>
              </a:spcBef>
              <a:spcAft>
                <a:spcPts val="0"/>
              </a:spcAft>
              <a:buClr>
                <a:schemeClr val="dk2"/>
              </a:buClr>
              <a:buSzPts val="3450"/>
              <a:buNone/>
              <a:defRPr>
                <a:solidFill>
                  <a:schemeClr val="dk2"/>
                </a:solidFill>
              </a:defRPr>
            </a:lvl6pPr>
            <a:lvl7pPr lvl="6">
              <a:spcBef>
                <a:spcPts val="0"/>
              </a:spcBef>
              <a:spcAft>
                <a:spcPts val="0"/>
              </a:spcAft>
              <a:buClr>
                <a:schemeClr val="dk2"/>
              </a:buClr>
              <a:buSzPts val="3450"/>
              <a:buNone/>
              <a:defRPr>
                <a:solidFill>
                  <a:schemeClr val="dk2"/>
                </a:solidFill>
              </a:defRPr>
            </a:lvl7pPr>
            <a:lvl8pPr lvl="7">
              <a:spcBef>
                <a:spcPts val="0"/>
              </a:spcBef>
              <a:spcAft>
                <a:spcPts val="0"/>
              </a:spcAft>
              <a:buClr>
                <a:schemeClr val="dk2"/>
              </a:buClr>
              <a:buSzPts val="3450"/>
              <a:buNone/>
              <a:defRPr>
                <a:solidFill>
                  <a:schemeClr val="dk2"/>
                </a:solidFill>
              </a:defRPr>
            </a:lvl8pPr>
            <a:lvl9pPr lvl="8">
              <a:spcBef>
                <a:spcPts val="0"/>
              </a:spcBef>
              <a:spcAft>
                <a:spcPts val="0"/>
              </a:spcAft>
              <a:buClr>
                <a:schemeClr val="dk2"/>
              </a:buClr>
              <a:buSzPts val="3450"/>
              <a:buNone/>
              <a:defRPr>
                <a:solidFill>
                  <a:schemeClr val="dk2"/>
                </a:solidFill>
              </a:defRPr>
            </a:lvl9pPr>
          </a:lstStyle>
          <a:p>
            <a:endParaRPr/>
          </a:p>
        </p:txBody>
      </p:sp>
      <p:sp>
        <p:nvSpPr>
          <p:cNvPr id="270" name="Google Shape;270;p53"/>
          <p:cNvSpPr txBox="1">
            <a:spLocks noGrp="1"/>
          </p:cNvSpPr>
          <p:nvPr>
            <p:ph type="body" idx="1"/>
          </p:nvPr>
        </p:nvSpPr>
        <p:spPr>
          <a:xfrm>
            <a:off x="197375" y="2685650"/>
            <a:ext cx="3151800" cy="1822500"/>
          </a:xfrm>
          <a:prstGeom prst="rect">
            <a:avLst/>
          </a:prstGeom>
        </p:spPr>
        <p:txBody>
          <a:bodyPr spcFirstLastPara="1" wrap="square" lIns="91425" tIns="91425" rIns="91425" bIns="91425" anchor="t" anchorCtr="0">
            <a:noAutofit/>
          </a:bodyPr>
          <a:lstStyle>
            <a:lvl1pPr marL="457200" lvl="0" indent="-292100">
              <a:lnSpc>
                <a:spcPct val="100000"/>
              </a:lnSpc>
              <a:spcBef>
                <a:spcPts val="0"/>
              </a:spcBef>
              <a:spcAft>
                <a:spcPts val="0"/>
              </a:spcAft>
              <a:buSzPts val="1000"/>
              <a:buChar char="●"/>
              <a:defRPr/>
            </a:lvl1pPr>
            <a:lvl2pPr marL="914400" lvl="1" indent="-292100">
              <a:lnSpc>
                <a:spcPct val="100000"/>
              </a:lnSpc>
              <a:spcBef>
                <a:spcPts val="0"/>
              </a:spcBef>
              <a:spcAft>
                <a:spcPts val="0"/>
              </a:spcAft>
              <a:buSzPts val="1000"/>
              <a:buChar char="○"/>
              <a:defRPr sz="1000"/>
            </a:lvl2pPr>
            <a:lvl3pPr marL="1371600" lvl="2" indent="-292100">
              <a:lnSpc>
                <a:spcPct val="100000"/>
              </a:lnSpc>
              <a:spcBef>
                <a:spcPts val="0"/>
              </a:spcBef>
              <a:spcAft>
                <a:spcPts val="0"/>
              </a:spcAft>
              <a:buSzPts val="1000"/>
              <a:buChar char="■"/>
              <a:defRPr/>
            </a:lvl3pPr>
            <a:lvl4pPr marL="1828800" lvl="3" indent="-292100">
              <a:lnSpc>
                <a:spcPct val="100000"/>
              </a:lnSpc>
              <a:spcBef>
                <a:spcPts val="0"/>
              </a:spcBef>
              <a:spcAft>
                <a:spcPts val="0"/>
              </a:spcAft>
              <a:buSzPts val="1000"/>
              <a:buChar char="●"/>
              <a:defRPr/>
            </a:lvl4pPr>
            <a:lvl5pPr marL="2286000" lvl="4" indent="-292100">
              <a:lnSpc>
                <a:spcPct val="100000"/>
              </a:lnSpc>
              <a:spcBef>
                <a:spcPts val="0"/>
              </a:spcBef>
              <a:spcAft>
                <a:spcPts val="0"/>
              </a:spcAft>
              <a:buSzPts val="1000"/>
              <a:buChar char="○"/>
              <a:defRPr/>
            </a:lvl5pPr>
            <a:lvl6pPr marL="2743200" lvl="5" indent="-292100">
              <a:lnSpc>
                <a:spcPct val="100000"/>
              </a:lnSpc>
              <a:spcBef>
                <a:spcPts val="0"/>
              </a:spcBef>
              <a:spcAft>
                <a:spcPts val="0"/>
              </a:spcAft>
              <a:buSzPts val="1000"/>
              <a:buChar char="■"/>
              <a:defRPr/>
            </a:lvl6pPr>
            <a:lvl7pPr marL="3200400" lvl="6" indent="-292100">
              <a:lnSpc>
                <a:spcPct val="100000"/>
              </a:lnSpc>
              <a:spcBef>
                <a:spcPts val="0"/>
              </a:spcBef>
              <a:spcAft>
                <a:spcPts val="0"/>
              </a:spcAft>
              <a:buSzPts val="1000"/>
              <a:buChar char="●"/>
              <a:defRPr/>
            </a:lvl7pPr>
            <a:lvl8pPr marL="3657600" lvl="7" indent="-292100">
              <a:lnSpc>
                <a:spcPct val="100000"/>
              </a:lnSpc>
              <a:spcBef>
                <a:spcPts val="0"/>
              </a:spcBef>
              <a:spcAft>
                <a:spcPts val="0"/>
              </a:spcAft>
              <a:buSzPts val="1000"/>
              <a:buChar char="○"/>
              <a:defRPr/>
            </a:lvl8pPr>
            <a:lvl9pPr marL="4114800" lvl="8" indent="-292100">
              <a:lnSpc>
                <a:spcPct val="100000"/>
              </a:lnSpc>
              <a:spcBef>
                <a:spcPts val="0"/>
              </a:spcBef>
              <a:spcAft>
                <a:spcPts val="0"/>
              </a:spcAft>
              <a:buSzPts val="1000"/>
              <a:buChar char="■"/>
              <a:defRPr/>
            </a:lvl9pPr>
          </a:lstStyle>
          <a:p>
            <a:endParaRPr/>
          </a:p>
        </p:txBody>
      </p:sp>
      <p:sp>
        <p:nvSpPr>
          <p:cNvPr id="271" name="Google Shape;271;p53"/>
          <p:cNvSpPr txBox="1">
            <a:spLocks noGrp="1"/>
          </p:cNvSpPr>
          <p:nvPr>
            <p:ph type="body" idx="2"/>
          </p:nvPr>
        </p:nvSpPr>
        <p:spPr>
          <a:xfrm>
            <a:off x="196951" y="196725"/>
            <a:ext cx="1860600" cy="209100"/>
          </a:xfrm>
          <a:prstGeom prst="rect">
            <a:avLst/>
          </a:prstGeom>
        </p:spPr>
        <p:txBody>
          <a:bodyPr spcFirstLastPara="1" wrap="square" lIns="91425" tIns="91425" rIns="91425" bIns="91425" anchor="ctr" anchorCtr="0">
            <a:noAutofit/>
          </a:bodyPr>
          <a:lstStyle>
            <a:lvl1pPr marL="457200" lvl="0" indent="-279400">
              <a:spcBef>
                <a:spcPts val="0"/>
              </a:spcBef>
              <a:spcAft>
                <a:spcPts val="0"/>
              </a:spcAft>
              <a:buSzPts val="800"/>
              <a:buChar char="●"/>
              <a:defRPr sz="800"/>
            </a:lvl1pPr>
            <a:lvl2pPr marL="914400" lvl="1" indent="-279400">
              <a:spcBef>
                <a:spcPts val="0"/>
              </a:spcBef>
              <a:spcAft>
                <a:spcPts val="0"/>
              </a:spcAft>
              <a:buSzPts val="800"/>
              <a:buChar char="○"/>
              <a:defRPr/>
            </a:lvl2pPr>
            <a:lvl3pPr marL="1371600" lvl="2" indent="-279400">
              <a:spcBef>
                <a:spcPts val="0"/>
              </a:spcBef>
              <a:spcAft>
                <a:spcPts val="0"/>
              </a:spcAft>
              <a:buSzPts val="800"/>
              <a:buChar char="■"/>
              <a:defRPr sz="800"/>
            </a:lvl3pPr>
            <a:lvl4pPr marL="1828800" lvl="3" indent="-279400">
              <a:spcBef>
                <a:spcPts val="0"/>
              </a:spcBef>
              <a:spcAft>
                <a:spcPts val="0"/>
              </a:spcAft>
              <a:buSzPts val="800"/>
              <a:buChar char="●"/>
              <a:defRPr sz="800"/>
            </a:lvl4pPr>
            <a:lvl5pPr marL="2286000" lvl="4" indent="-279400">
              <a:spcBef>
                <a:spcPts val="0"/>
              </a:spcBef>
              <a:spcAft>
                <a:spcPts val="0"/>
              </a:spcAft>
              <a:buSzPts val="800"/>
              <a:buChar char="○"/>
              <a:defRPr sz="800"/>
            </a:lvl5pPr>
            <a:lvl6pPr marL="2743200" lvl="5" indent="-279400">
              <a:spcBef>
                <a:spcPts val="0"/>
              </a:spcBef>
              <a:spcAft>
                <a:spcPts val="0"/>
              </a:spcAft>
              <a:buSzPts val="800"/>
              <a:buChar char="■"/>
              <a:defRPr sz="800"/>
            </a:lvl6pPr>
            <a:lvl7pPr marL="3200400" lvl="6" indent="-279400">
              <a:spcBef>
                <a:spcPts val="0"/>
              </a:spcBef>
              <a:spcAft>
                <a:spcPts val="0"/>
              </a:spcAft>
              <a:buSzPts val="800"/>
              <a:buChar char="●"/>
              <a:defRPr sz="800"/>
            </a:lvl7pPr>
            <a:lvl8pPr marL="3657600" lvl="7" indent="-279400">
              <a:spcBef>
                <a:spcPts val="0"/>
              </a:spcBef>
              <a:spcAft>
                <a:spcPts val="0"/>
              </a:spcAft>
              <a:buSzPts val="800"/>
              <a:buChar char="○"/>
              <a:defRPr sz="800"/>
            </a:lvl8pPr>
            <a:lvl9pPr marL="4114800" lvl="8" indent="-279400">
              <a:spcBef>
                <a:spcPts val="0"/>
              </a:spcBef>
              <a:spcAft>
                <a:spcPts val="0"/>
              </a:spcAft>
              <a:buSzPts val="800"/>
              <a:buChar char="■"/>
              <a:defRPr sz="800"/>
            </a:lvl9pPr>
          </a:lstStyle>
          <a:p>
            <a:endParaRPr/>
          </a:p>
        </p:txBody>
      </p:sp>
      <p:sp>
        <p:nvSpPr>
          <p:cNvPr id="272" name="Google Shape;272;p53"/>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lvl1pPr marL="457200" lvl="0" indent="-279400" algn="r">
              <a:spcBef>
                <a:spcPts val="0"/>
              </a:spcBef>
              <a:spcAft>
                <a:spcPts val="0"/>
              </a:spcAft>
              <a:buClr>
                <a:schemeClr val="lt1"/>
              </a:buClr>
              <a:buSzPts val="800"/>
              <a:buChar char="●"/>
              <a:defRPr sz="800">
                <a:solidFill>
                  <a:schemeClr val="lt1"/>
                </a:solidFill>
              </a:defRPr>
            </a:lvl1pPr>
            <a:lvl2pPr marL="914400" lvl="1" indent="-279400" algn="r">
              <a:spcBef>
                <a:spcPts val="0"/>
              </a:spcBef>
              <a:spcAft>
                <a:spcPts val="0"/>
              </a:spcAft>
              <a:buClr>
                <a:schemeClr val="lt1"/>
              </a:buClr>
              <a:buSzPts val="800"/>
              <a:buChar char="○"/>
              <a:defRPr>
                <a:solidFill>
                  <a:schemeClr val="lt1"/>
                </a:solidFill>
              </a:defRPr>
            </a:lvl2pPr>
            <a:lvl3pPr marL="1371600" lvl="2" indent="-279400" algn="r">
              <a:spcBef>
                <a:spcPts val="0"/>
              </a:spcBef>
              <a:spcAft>
                <a:spcPts val="0"/>
              </a:spcAft>
              <a:buClr>
                <a:schemeClr val="lt1"/>
              </a:buClr>
              <a:buSzPts val="800"/>
              <a:buChar char="■"/>
              <a:defRPr sz="800">
                <a:solidFill>
                  <a:schemeClr val="lt1"/>
                </a:solidFill>
              </a:defRPr>
            </a:lvl3pPr>
            <a:lvl4pPr marL="1828800" lvl="3" indent="-279400" algn="r">
              <a:spcBef>
                <a:spcPts val="0"/>
              </a:spcBef>
              <a:spcAft>
                <a:spcPts val="0"/>
              </a:spcAft>
              <a:buClr>
                <a:schemeClr val="lt1"/>
              </a:buClr>
              <a:buSzPts val="800"/>
              <a:buChar char="●"/>
              <a:defRPr sz="800">
                <a:solidFill>
                  <a:schemeClr val="lt1"/>
                </a:solidFill>
              </a:defRPr>
            </a:lvl4pPr>
            <a:lvl5pPr marL="2286000" lvl="4" indent="-279400" algn="r">
              <a:spcBef>
                <a:spcPts val="0"/>
              </a:spcBef>
              <a:spcAft>
                <a:spcPts val="0"/>
              </a:spcAft>
              <a:buClr>
                <a:schemeClr val="lt1"/>
              </a:buClr>
              <a:buSzPts val="800"/>
              <a:buChar char="○"/>
              <a:defRPr sz="800">
                <a:solidFill>
                  <a:schemeClr val="lt1"/>
                </a:solidFill>
              </a:defRPr>
            </a:lvl5pPr>
            <a:lvl6pPr marL="2743200" lvl="5" indent="-279400" algn="r">
              <a:spcBef>
                <a:spcPts val="0"/>
              </a:spcBef>
              <a:spcAft>
                <a:spcPts val="0"/>
              </a:spcAft>
              <a:buClr>
                <a:schemeClr val="lt1"/>
              </a:buClr>
              <a:buSzPts val="800"/>
              <a:buChar char="■"/>
              <a:defRPr sz="800">
                <a:solidFill>
                  <a:schemeClr val="lt1"/>
                </a:solidFill>
              </a:defRPr>
            </a:lvl6pPr>
            <a:lvl7pPr marL="3200400" lvl="6" indent="-279400" algn="r">
              <a:spcBef>
                <a:spcPts val="0"/>
              </a:spcBef>
              <a:spcAft>
                <a:spcPts val="0"/>
              </a:spcAft>
              <a:buClr>
                <a:schemeClr val="lt1"/>
              </a:buClr>
              <a:buSzPts val="800"/>
              <a:buChar char="●"/>
              <a:defRPr sz="800">
                <a:solidFill>
                  <a:schemeClr val="lt1"/>
                </a:solidFill>
              </a:defRPr>
            </a:lvl7pPr>
            <a:lvl8pPr marL="3657600" lvl="7" indent="-279400" algn="r">
              <a:spcBef>
                <a:spcPts val="0"/>
              </a:spcBef>
              <a:spcAft>
                <a:spcPts val="0"/>
              </a:spcAft>
              <a:buClr>
                <a:schemeClr val="lt1"/>
              </a:buClr>
              <a:buSzPts val="800"/>
              <a:buChar char="○"/>
              <a:defRPr sz="800">
                <a:solidFill>
                  <a:schemeClr val="lt1"/>
                </a:solidFill>
              </a:defRPr>
            </a:lvl8pPr>
            <a:lvl9pPr marL="4114800" lvl="8" indent="-279400" algn="r">
              <a:spcBef>
                <a:spcPts val="0"/>
              </a:spcBef>
              <a:spcAft>
                <a:spcPts val="0"/>
              </a:spcAft>
              <a:buClr>
                <a:schemeClr val="lt1"/>
              </a:buClr>
              <a:buSzPts val="800"/>
              <a:buChar char="■"/>
              <a:defRPr sz="800">
                <a:solidFill>
                  <a:schemeClr val="lt1"/>
                </a:solidFill>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Appendix">
  <p:cSld name="CAPTION_ONLY">
    <p:bg>
      <p:bgPr>
        <a:solidFill>
          <a:schemeClr val="lt2"/>
        </a:solidFill>
        <a:effectLst/>
      </p:bgPr>
    </p:bg>
    <p:spTree>
      <p:nvGrpSpPr>
        <p:cNvPr id="1" name="Shape 273"/>
        <p:cNvGrpSpPr/>
        <p:nvPr/>
      </p:nvGrpSpPr>
      <p:grpSpPr>
        <a:xfrm>
          <a:off x="0" y="0"/>
          <a:ext cx="0" cy="0"/>
          <a:chOff x="0" y="0"/>
          <a:chExt cx="0" cy="0"/>
        </a:xfrm>
      </p:grpSpPr>
      <p:sp>
        <p:nvSpPr>
          <p:cNvPr id="274" name="Google Shape;274;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275" name="Google Shape;275;p54"/>
          <p:cNvSpPr txBox="1">
            <a:spLocks noGrp="1"/>
          </p:cNvSpPr>
          <p:nvPr>
            <p:ph type="body" idx="1"/>
          </p:nvPr>
        </p:nvSpPr>
        <p:spPr>
          <a:xfrm>
            <a:off x="203000" y="891450"/>
            <a:ext cx="2644800" cy="429000"/>
          </a:xfrm>
          <a:prstGeom prst="rect">
            <a:avLst/>
          </a:prstGeom>
        </p:spPr>
        <p:txBody>
          <a:bodyPr spcFirstLastPara="1" wrap="square" lIns="91425" tIns="91425" rIns="91425" bIns="91425" anchor="ctr" anchorCtr="0">
            <a:noAutofit/>
          </a:bodyPr>
          <a:lstStyle>
            <a:lvl1pPr marL="457200" lvl="0"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76" name="Google Shape;276;p54"/>
          <p:cNvSpPr txBox="1">
            <a:spLocks noGrp="1"/>
          </p:cNvSpPr>
          <p:nvPr>
            <p:ph type="body" idx="2"/>
          </p:nvPr>
        </p:nvSpPr>
        <p:spPr>
          <a:xfrm>
            <a:off x="203000" y="1320450"/>
            <a:ext cx="2644800" cy="268200"/>
          </a:xfrm>
          <a:prstGeom prst="rect">
            <a:avLst/>
          </a:prstGeom>
        </p:spPr>
        <p:txBody>
          <a:bodyPr spcFirstLastPara="1" wrap="square" lIns="91425" tIns="91425" rIns="91425" bIns="91425" anchor="t" anchorCtr="0">
            <a:normAutofit/>
          </a:bodyPr>
          <a:lstStyle>
            <a:lvl1pPr marL="457200" lvl="0" indent="-292100">
              <a:lnSpc>
                <a:spcPct val="100000"/>
              </a:lnSpc>
              <a:spcBef>
                <a:spcPts val="0"/>
              </a:spcBef>
              <a:spcAft>
                <a:spcPts val="0"/>
              </a:spcAft>
              <a:buSzPts val="1000"/>
              <a:buChar char="●"/>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77" name="Google Shape;277;p54"/>
          <p:cNvSpPr txBox="1">
            <a:spLocks noGrp="1"/>
          </p:cNvSpPr>
          <p:nvPr>
            <p:ph type="body" idx="3"/>
          </p:nvPr>
        </p:nvSpPr>
        <p:spPr>
          <a:xfrm>
            <a:off x="203000" y="1588650"/>
            <a:ext cx="2644800" cy="268200"/>
          </a:xfrm>
          <a:prstGeom prst="rect">
            <a:avLst/>
          </a:prstGeom>
        </p:spPr>
        <p:txBody>
          <a:bodyPr spcFirstLastPara="1" wrap="square" lIns="91425" tIns="91425" rIns="91425" bIns="91425" anchor="t" anchorCtr="0">
            <a:normAutofit/>
          </a:bodyPr>
          <a:lstStyle>
            <a:lvl1pPr marL="457200" lvl="0" indent="-279400">
              <a:lnSpc>
                <a:spcPct val="100000"/>
              </a:lnSpc>
              <a:spcBef>
                <a:spcPts val="0"/>
              </a:spcBef>
              <a:spcAft>
                <a:spcPts val="0"/>
              </a:spcAft>
              <a:buSzPts val="800"/>
              <a:buChar char="●"/>
              <a:defRPr sz="800"/>
            </a:lvl1pPr>
            <a:lvl2pPr marL="914400" lvl="1" indent="-279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marL="1371600" lvl="2"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marL="1828800" lvl="3"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marL="2286000" lvl="4"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marL="2743200" lvl="5"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marL="3200400" lvl="6"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marL="3657600" lvl="7"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marL="4114800" lvl="8"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a:endParaRPr/>
          </a:p>
        </p:txBody>
      </p:sp>
      <p:sp>
        <p:nvSpPr>
          <p:cNvPr id="278" name="Google Shape;278;p54"/>
          <p:cNvSpPr txBox="1">
            <a:spLocks noGrp="1"/>
          </p:cNvSpPr>
          <p:nvPr>
            <p:ph type="body" idx="4"/>
          </p:nvPr>
        </p:nvSpPr>
        <p:spPr>
          <a:xfrm>
            <a:off x="203000" y="2206550"/>
            <a:ext cx="2644800" cy="429000"/>
          </a:xfrm>
          <a:prstGeom prst="rect">
            <a:avLst/>
          </a:prstGeom>
        </p:spPr>
        <p:txBody>
          <a:bodyPr spcFirstLastPara="1" wrap="square" lIns="91425" tIns="91425" rIns="91425" bIns="91425" anchor="ctr" anchorCtr="0">
            <a:normAutofit/>
          </a:bodyPr>
          <a:lstStyle>
            <a:lvl1pPr marL="457200" lvl="0"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79" name="Google Shape;279;p54"/>
          <p:cNvSpPr txBox="1">
            <a:spLocks noGrp="1"/>
          </p:cNvSpPr>
          <p:nvPr>
            <p:ph type="body" idx="5"/>
          </p:nvPr>
        </p:nvSpPr>
        <p:spPr>
          <a:xfrm>
            <a:off x="203000" y="2635550"/>
            <a:ext cx="2644800" cy="268200"/>
          </a:xfrm>
          <a:prstGeom prst="rect">
            <a:avLst/>
          </a:prstGeom>
        </p:spPr>
        <p:txBody>
          <a:bodyPr spcFirstLastPara="1" wrap="square" lIns="91425" tIns="91425" rIns="91425" bIns="91425" anchor="t" anchorCtr="0">
            <a:normAutofit/>
          </a:bodyPr>
          <a:lstStyle>
            <a:lvl1pPr marL="457200" lvl="0" indent="-292100">
              <a:lnSpc>
                <a:spcPct val="100000"/>
              </a:lnSpc>
              <a:spcBef>
                <a:spcPts val="0"/>
              </a:spcBef>
              <a:spcAft>
                <a:spcPts val="0"/>
              </a:spcAft>
              <a:buSzPts val="1000"/>
              <a:buChar char="●"/>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80" name="Google Shape;280;p54"/>
          <p:cNvSpPr txBox="1">
            <a:spLocks noGrp="1"/>
          </p:cNvSpPr>
          <p:nvPr>
            <p:ph type="body" idx="6"/>
          </p:nvPr>
        </p:nvSpPr>
        <p:spPr>
          <a:xfrm>
            <a:off x="203000" y="2903750"/>
            <a:ext cx="2644800" cy="268200"/>
          </a:xfrm>
          <a:prstGeom prst="rect">
            <a:avLst/>
          </a:prstGeom>
        </p:spPr>
        <p:txBody>
          <a:bodyPr spcFirstLastPara="1" wrap="square" lIns="91425" tIns="91425" rIns="91425" bIns="91425" anchor="t" anchorCtr="0">
            <a:normAutofit/>
          </a:bodyPr>
          <a:lstStyle>
            <a:lvl1pPr marL="457200" lvl="0" indent="-279400">
              <a:lnSpc>
                <a:spcPct val="100000"/>
              </a:lnSpc>
              <a:spcBef>
                <a:spcPts val="0"/>
              </a:spcBef>
              <a:spcAft>
                <a:spcPts val="0"/>
              </a:spcAft>
              <a:buSzPts val="800"/>
              <a:buChar char="●"/>
              <a:defRPr sz="800"/>
            </a:lvl1pPr>
            <a:lvl2pPr marL="914400" lvl="1" indent="-279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marL="1371600" lvl="2"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marL="1828800" lvl="3"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marL="2286000" lvl="4"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marL="2743200" lvl="5"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marL="3200400" lvl="6"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marL="3657600" lvl="7"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marL="4114800" lvl="8"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a:endParaRPr/>
          </a:p>
        </p:txBody>
      </p:sp>
      <p:sp>
        <p:nvSpPr>
          <p:cNvPr id="281" name="Google Shape;281;p54"/>
          <p:cNvSpPr txBox="1">
            <a:spLocks noGrp="1"/>
          </p:cNvSpPr>
          <p:nvPr>
            <p:ph type="body" idx="7"/>
          </p:nvPr>
        </p:nvSpPr>
        <p:spPr>
          <a:xfrm>
            <a:off x="203000" y="3433400"/>
            <a:ext cx="2644800" cy="429000"/>
          </a:xfrm>
          <a:prstGeom prst="rect">
            <a:avLst/>
          </a:prstGeom>
        </p:spPr>
        <p:txBody>
          <a:bodyPr spcFirstLastPara="1" wrap="square" lIns="91425" tIns="91425" rIns="91425" bIns="91425" anchor="ctr" anchorCtr="0">
            <a:noAutofit/>
          </a:bodyPr>
          <a:lstStyle>
            <a:lvl1pPr marL="457200" lvl="0"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82" name="Google Shape;282;p54"/>
          <p:cNvSpPr txBox="1">
            <a:spLocks noGrp="1"/>
          </p:cNvSpPr>
          <p:nvPr>
            <p:ph type="body" idx="8"/>
          </p:nvPr>
        </p:nvSpPr>
        <p:spPr>
          <a:xfrm>
            <a:off x="203000" y="3862400"/>
            <a:ext cx="2644800" cy="268200"/>
          </a:xfrm>
          <a:prstGeom prst="rect">
            <a:avLst/>
          </a:prstGeom>
        </p:spPr>
        <p:txBody>
          <a:bodyPr spcFirstLastPara="1" wrap="square" lIns="91425" tIns="91425" rIns="91425" bIns="91425" anchor="t" anchorCtr="0">
            <a:normAutofit/>
          </a:bodyPr>
          <a:lstStyle>
            <a:lvl1pPr marL="457200" lvl="0" indent="-292100">
              <a:lnSpc>
                <a:spcPct val="100000"/>
              </a:lnSpc>
              <a:spcBef>
                <a:spcPts val="0"/>
              </a:spcBef>
              <a:spcAft>
                <a:spcPts val="0"/>
              </a:spcAft>
              <a:buSzPts val="1000"/>
              <a:buChar char="●"/>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83" name="Google Shape;283;p54"/>
          <p:cNvSpPr txBox="1">
            <a:spLocks noGrp="1"/>
          </p:cNvSpPr>
          <p:nvPr>
            <p:ph type="body" idx="9"/>
          </p:nvPr>
        </p:nvSpPr>
        <p:spPr>
          <a:xfrm>
            <a:off x="203000" y="4130600"/>
            <a:ext cx="2644800" cy="268200"/>
          </a:xfrm>
          <a:prstGeom prst="rect">
            <a:avLst/>
          </a:prstGeom>
        </p:spPr>
        <p:txBody>
          <a:bodyPr spcFirstLastPara="1" wrap="square" lIns="91425" tIns="91425" rIns="91425" bIns="91425" anchor="t" anchorCtr="0">
            <a:normAutofit/>
          </a:bodyPr>
          <a:lstStyle>
            <a:lvl1pPr marL="457200" lvl="0" indent="-279400">
              <a:lnSpc>
                <a:spcPct val="100000"/>
              </a:lnSpc>
              <a:spcBef>
                <a:spcPts val="0"/>
              </a:spcBef>
              <a:spcAft>
                <a:spcPts val="0"/>
              </a:spcAft>
              <a:buSzPts val="800"/>
              <a:buChar char="●"/>
              <a:defRPr sz="800"/>
            </a:lvl1pPr>
            <a:lvl2pPr marL="914400" lvl="1" indent="-279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marL="1371600" lvl="2"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marL="1828800" lvl="3"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marL="2286000" lvl="4"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marL="2743200" lvl="5"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marL="3200400" lvl="6"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marL="3657600" lvl="7"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marL="4114800" lvl="8"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a:endParaRPr/>
          </a:p>
        </p:txBody>
      </p:sp>
      <p:sp>
        <p:nvSpPr>
          <p:cNvPr id="284" name="Google Shape;284;p54"/>
          <p:cNvSpPr txBox="1">
            <a:spLocks noGrp="1"/>
          </p:cNvSpPr>
          <p:nvPr>
            <p:ph type="body" idx="13"/>
          </p:nvPr>
        </p:nvSpPr>
        <p:spPr>
          <a:xfrm>
            <a:off x="3249600" y="891450"/>
            <a:ext cx="2644800" cy="429000"/>
          </a:xfrm>
          <a:prstGeom prst="rect">
            <a:avLst/>
          </a:prstGeom>
        </p:spPr>
        <p:txBody>
          <a:bodyPr spcFirstLastPara="1" wrap="square" lIns="91425" tIns="91425" rIns="91425" bIns="91425" anchor="ctr" anchorCtr="0">
            <a:normAutofit/>
          </a:bodyPr>
          <a:lstStyle>
            <a:lvl1pPr marL="457200" lvl="0"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85" name="Google Shape;285;p54"/>
          <p:cNvSpPr txBox="1">
            <a:spLocks noGrp="1"/>
          </p:cNvSpPr>
          <p:nvPr>
            <p:ph type="body" idx="14"/>
          </p:nvPr>
        </p:nvSpPr>
        <p:spPr>
          <a:xfrm>
            <a:off x="3249600" y="1320450"/>
            <a:ext cx="2644800" cy="268200"/>
          </a:xfrm>
          <a:prstGeom prst="rect">
            <a:avLst/>
          </a:prstGeom>
        </p:spPr>
        <p:txBody>
          <a:bodyPr spcFirstLastPara="1" wrap="square" lIns="91425" tIns="91425" rIns="91425" bIns="91425" anchor="t" anchorCtr="0">
            <a:normAutofit/>
          </a:bodyPr>
          <a:lstStyle>
            <a:lvl1pPr marL="457200" lvl="0" indent="-292100">
              <a:lnSpc>
                <a:spcPct val="100000"/>
              </a:lnSpc>
              <a:spcBef>
                <a:spcPts val="0"/>
              </a:spcBef>
              <a:spcAft>
                <a:spcPts val="0"/>
              </a:spcAft>
              <a:buSzPts val="1000"/>
              <a:buChar char="●"/>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86" name="Google Shape;286;p54"/>
          <p:cNvSpPr txBox="1">
            <a:spLocks noGrp="1"/>
          </p:cNvSpPr>
          <p:nvPr>
            <p:ph type="body" idx="15"/>
          </p:nvPr>
        </p:nvSpPr>
        <p:spPr>
          <a:xfrm>
            <a:off x="3249600" y="1588650"/>
            <a:ext cx="2644800" cy="268200"/>
          </a:xfrm>
          <a:prstGeom prst="rect">
            <a:avLst/>
          </a:prstGeom>
        </p:spPr>
        <p:txBody>
          <a:bodyPr spcFirstLastPara="1" wrap="square" lIns="91425" tIns="91425" rIns="91425" bIns="91425" anchor="t" anchorCtr="0">
            <a:normAutofit/>
          </a:bodyPr>
          <a:lstStyle>
            <a:lvl1pPr marL="457200" lvl="0" indent="-279400">
              <a:lnSpc>
                <a:spcPct val="100000"/>
              </a:lnSpc>
              <a:spcBef>
                <a:spcPts val="0"/>
              </a:spcBef>
              <a:spcAft>
                <a:spcPts val="0"/>
              </a:spcAft>
              <a:buSzPts val="800"/>
              <a:buChar char="●"/>
              <a:defRPr sz="800"/>
            </a:lvl1pPr>
            <a:lvl2pPr marL="914400" lvl="1" indent="-279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marL="1371600" lvl="2"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marL="1828800" lvl="3"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marL="2286000" lvl="4"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marL="2743200" lvl="5"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marL="3200400" lvl="6"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marL="3657600" lvl="7"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marL="4114800" lvl="8"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a:endParaRPr/>
          </a:p>
        </p:txBody>
      </p:sp>
      <p:sp>
        <p:nvSpPr>
          <p:cNvPr id="287" name="Google Shape;287;p54"/>
          <p:cNvSpPr txBox="1">
            <a:spLocks noGrp="1"/>
          </p:cNvSpPr>
          <p:nvPr>
            <p:ph type="body" idx="16"/>
          </p:nvPr>
        </p:nvSpPr>
        <p:spPr>
          <a:xfrm>
            <a:off x="3249600" y="2206550"/>
            <a:ext cx="2644800" cy="429000"/>
          </a:xfrm>
          <a:prstGeom prst="rect">
            <a:avLst/>
          </a:prstGeom>
        </p:spPr>
        <p:txBody>
          <a:bodyPr spcFirstLastPara="1" wrap="square" lIns="91425" tIns="91425" rIns="91425" bIns="91425" anchor="ctr" anchorCtr="0">
            <a:normAutofit/>
          </a:bodyPr>
          <a:lstStyle>
            <a:lvl1pPr marL="457200" lvl="0"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88" name="Google Shape;288;p54"/>
          <p:cNvSpPr txBox="1">
            <a:spLocks noGrp="1"/>
          </p:cNvSpPr>
          <p:nvPr>
            <p:ph type="body" idx="17"/>
          </p:nvPr>
        </p:nvSpPr>
        <p:spPr>
          <a:xfrm>
            <a:off x="3249600" y="2635550"/>
            <a:ext cx="2644800" cy="268200"/>
          </a:xfrm>
          <a:prstGeom prst="rect">
            <a:avLst/>
          </a:prstGeom>
        </p:spPr>
        <p:txBody>
          <a:bodyPr spcFirstLastPara="1" wrap="square" lIns="91425" tIns="91425" rIns="91425" bIns="91425" anchor="t" anchorCtr="0">
            <a:normAutofit/>
          </a:bodyPr>
          <a:lstStyle>
            <a:lvl1pPr marL="457200" lvl="0" indent="-292100">
              <a:lnSpc>
                <a:spcPct val="100000"/>
              </a:lnSpc>
              <a:spcBef>
                <a:spcPts val="0"/>
              </a:spcBef>
              <a:spcAft>
                <a:spcPts val="0"/>
              </a:spcAft>
              <a:buSzPts val="1000"/>
              <a:buChar char="●"/>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89" name="Google Shape;289;p54"/>
          <p:cNvSpPr txBox="1">
            <a:spLocks noGrp="1"/>
          </p:cNvSpPr>
          <p:nvPr>
            <p:ph type="body" idx="18"/>
          </p:nvPr>
        </p:nvSpPr>
        <p:spPr>
          <a:xfrm>
            <a:off x="3249600" y="2903750"/>
            <a:ext cx="2644800" cy="268200"/>
          </a:xfrm>
          <a:prstGeom prst="rect">
            <a:avLst/>
          </a:prstGeom>
        </p:spPr>
        <p:txBody>
          <a:bodyPr spcFirstLastPara="1" wrap="square" lIns="91425" tIns="91425" rIns="91425" bIns="91425" anchor="t" anchorCtr="0">
            <a:normAutofit/>
          </a:bodyPr>
          <a:lstStyle>
            <a:lvl1pPr marL="457200" lvl="0" indent="-279400">
              <a:lnSpc>
                <a:spcPct val="100000"/>
              </a:lnSpc>
              <a:spcBef>
                <a:spcPts val="0"/>
              </a:spcBef>
              <a:spcAft>
                <a:spcPts val="0"/>
              </a:spcAft>
              <a:buSzPts val="800"/>
              <a:buChar char="●"/>
              <a:defRPr sz="800"/>
            </a:lvl1pPr>
            <a:lvl2pPr marL="914400" lvl="1" indent="-279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marL="1371600" lvl="2"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marL="1828800" lvl="3"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marL="2286000" lvl="4"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marL="2743200" lvl="5"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marL="3200400" lvl="6"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marL="3657600" lvl="7"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marL="4114800" lvl="8"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a:endParaRPr/>
          </a:p>
        </p:txBody>
      </p:sp>
      <p:sp>
        <p:nvSpPr>
          <p:cNvPr id="290" name="Google Shape;290;p54"/>
          <p:cNvSpPr txBox="1">
            <a:spLocks noGrp="1"/>
          </p:cNvSpPr>
          <p:nvPr>
            <p:ph type="body" idx="19"/>
          </p:nvPr>
        </p:nvSpPr>
        <p:spPr>
          <a:xfrm>
            <a:off x="3249600" y="3433400"/>
            <a:ext cx="2644800" cy="429000"/>
          </a:xfrm>
          <a:prstGeom prst="rect">
            <a:avLst/>
          </a:prstGeom>
        </p:spPr>
        <p:txBody>
          <a:bodyPr spcFirstLastPara="1" wrap="square" lIns="91425" tIns="91425" rIns="91425" bIns="91425" anchor="ctr" anchorCtr="0">
            <a:noAutofit/>
          </a:bodyPr>
          <a:lstStyle>
            <a:lvl1pPr marL="457200" lvl="0"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91" name="Google Shape;291;p54"/>
          <p:cNvSpPr txBox="1">
            <a:spLocks noGrp="1"/>
          </p:cNvSpPr>
          <p:nvPr>
            <p:ph type="body" idx="20"/>
          </p:nvPr>
        </p:nvSpPr>
        <p:spPr>
          <a:xfrm>
            <a:off x="3249600" y="3862400"/>
            <a:ext cx="2644800" cy="268200"/>
          </a:xfrm>
          <a:prstGeom prst="rect">
            <a:avLst/>
          </a:prstGeom>
        </p:spPr>
        <p:txBody>
          <a:bodyPr spcFirstLastPara="1" wrap="square" lIns="91425" tIns="91425" rIns="91425" bIns="91425" anchor="t" anchorCtr="0">
            <a:noAutofit/>
          </a:bodyPr>
          <a:lstStyle>
            <a:lvl1pPr marL="457200" lvl="0" indent="-292100">
              <a:lnSpc>
                <a:spcPct val="100000"/>
              </a:lnSpc>
              <a:spcBef>
                <a:spcPts val="0"/>
              </a:spcBef>
              <a:spcAft>
                <a:spcPts val="0"/>
              </a:spcAft>
              <a:buSzPts val="1000"/>
              <a:buChar char="●"/>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92" name="Google Shape;292;p54"/>
          <p:cNvSpPr txBox="1">
            <a:spLocks noGrp="1"/>
          </p:cNvSpPr>
          <p:nvPr>
            <p:ph type="body" idx="21"/>
          </p:nvPr>
        </p:nvSpPr>
        <p:spPr>
          <a:xfrm>
            <a:off x="3249600" y="4130600"/>
            <a:ext cx="2644800" cy="268200"/>
          </a:xfrm>
          <a:prstGeom prst="rect">
            <a:avLst/>
          </a:prstGeom>
        </p:spPr>
        <p:txBody>
          <a:bodyPr spcFirstLastPara="1" wrap="square" lIns="91425" tIns="91425" rIns="91425" bIns="91425" anchor="t" anchorCtr="0">
            <a:normAutofit/>
          </a:bodyPr>
          <a:lstStyle>
            <a:lvl1pPr marL="457200" lvl="0" indent="-279400">
              <a:lnSpc>
                <a:spcPct val="100000"/>
              </a:lnSpc>
              <a:spcBef>
                <a:spcPts val="0"/>
              </a:spcBef>
              <a:spcAft>
                <a:spcPts val="0"/>
              </a:spcAft>
              <a:buSzPts val="800"/>
              <a:buChar char="●"/>
              <a:defRPr sz="800"/>
            </a:lvl1pPr>
            <a:lvl2pPr marL="914400" lvl="1" indent="-279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marL="1371600" lvl="2"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marL="1828800" lvl="3"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marL="2286000" lvl="4"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marL="2743200" lvl="5"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marL="3200400" lvl="6"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marL="3657600" lvl="7"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marL="4114800" lvl="8"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a:endParaRPr/>
          </a:p>
        </p:txBody>
      </p:sp>
      <p:sp>
        <p:nvSpPr>
          <p:cNvPr id="293" name="Google Shape;293;p54"/>
          <p:cNvSpPr txBox="1">
            <a:spLocks noGrp="1"/>
          </p:cNvSpPr>
          <p:nvPr>
            <p:ph type="body" idx="22"/>
          </p:nvPr>
        </p:nvSpPr>
        <p:spPr>
          <a:xfrm>
            <a:off x="6296200" y="891450"/>
            <a:ext cx="2644800" cy="429000"/>
          </a:xfrm>
          <a:prstGeom prst="rect">
            <a:avLst/>
          </a:prstGeom>
        </p:spPr>
        <p:txBody>
          <a:bodyPr spcFirstLastPara="1" wrap="square" lIns="91425" tIns="91425" rIns="91425" bIns="91425" anchor="ctr" anchorCtr="0">
            <a:normAutofit/>
          </a:bodyPr>
          <a:lstStyle>
            <a:lvl1pPr marL="457200" lvl="0"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94" name="Google Shape;294;p54"/>
          <p:cNvSpPr txBox="1">
            <a:spLocks noGrp="1"/>
          </p:cNvSpPr>
          <p:nvPr>
            <p:ph type="body" idx="23"/>
          </p:nvPr>
        </p:nvSpPr>
        <p:spPr>
          <a:xfrm>
            <a:off x="6296200" y="1320450"/>
            <a:ext cx="2644800" cy="268200"/>
          </a:xfrm>
          <a:prstGeom prst="rect">
            <a:avLst/>
          </a:prstGeom>
        </p:spPr>
        <p:txBody>
          <a:bodyPr spcFirstLastPara="1" wrap="square" lIns="91425" tIns="91425" rIns="91425" bIns="91425" anchor="t" anchorCtr="0">
            <a:normAutofit/>
          </a:bodyPr>
          <a:lstStyle>
            <a:lvl1pPr marL="457200" lvl="0" indent="-292100">
              <a:lnSpc>
                <a:spcPct val="100000"/>
              </a:lnSpc>
              <a:spcBef>
                <a:spcPts val="0"/>
              </a:spcBef>
              <a:spcAft>
                <a:spcPts val="0"/>
              </a:spcAft>
              <a:buSzPts val="1000"/>
              <a:buChar char="●"/>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95" name="Google Shape;295;p54"/>
          <p:cNvSpPr txBox="1">
            <a:spLocks noGrp="1"/>
          </p:cNvSpPr>
          <p:nvPr>
            <p:ph type="body" idx="24"/>
          </p:nvPr>
        </p:nvSpPr>
        <p:spPr>
          <a:xfrm>
            <a:off x="6296200" y="1588650"/>
            <a:ext cx="2644800" cy="268200"/>
          </a:xfrm>
          <a:prstGeom prst="rect">
            <a:avLst/>
          </a:prstGeom>
        </p:spPr>
        <p:txBody>
          <a:bodyPr spcFirstLastPara="1" wrap="square" lIns="91425" tIns="91425" rIns="91425" bIns="91425" anchor="t" anchorCtr="0">
            <a:normAutofit/>
          </a:bodyPr>
          <a:lstStyle>
            <a:lvl1pPr marL="457200" lvl="0" indent="-279400">
              <a:lnSpc>
                <a:spcPct val="100000"/>
              </a:lnSpc>
              <a:spcBef>
                <a:spcPts val="0"/>
              </a:spcBef>
              <a:spcAft>
                <a:spcPts val="0"/>
              </a:spcAft>
              <a:buSzPts val="800"/>
              <a:buChar char="●"/>
              <a:defRPr sz="800"/>
            </a:lvl1pPr>
            <a:lvl2pPr marL="914400" lvl="1" indent="-279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marL="1371600" lvl="2"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marL="1828800" lvl="3"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marL="2286000" lvl="4"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marL="2743200" lvl="5"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marL="3200400" lvl="6"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marL="3657600" lvl="7"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marL="4114800" lvl="8"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a:endParaRPr/>
          </a:p>
        </p:txBody>
      </p:sp>
      <p:sp>
        <p:nvSpPr>
          <p:cNvPr id="296" name="Google Shape;296;p54"/>
          <p:cNvSpPr txBox="1">
            <a:spLocks noGrp="1"/>
          </p:cNvSpPr>
          <p:nvPr>
            <p:ph type="body" idx="25"/>
          </p:nvPr>
        </p:nvSpPr>
        <p:spPr>
          <a:xfrm>
            <a:off x="6296200" y="2206550"/>
            <a:ext cx="2644800" cy="429000"/>
          </a:xfrm>
          <a:prstGeom prst="rect">
            <a:avLst/>
          </a:prstGeom>
        </p:spPr>
        <p:txBody>
          <a:bodyPr spcFirstLastPara="1" wrap="square" lIns="91425" tIns="91425" rIns="91425" bIns="91425" anchor="ctr" anchorCtr="0">
            <a:normAutofit/>
          </a:bodyPr>
          <a:lstStyle>
            <a:lvl1pPr marL="457200" lvl="0"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97" name="Google Shape;297;p54"/>
          <p:cNvSpPr txBox="1">
            <a:spLocks noGrp="1"/>
          </p:cNvSpPr>
          <p:nvPr>
            <p:ph type="body" idx="26"/>
          </p:nvPr>
        </p:nvSpPr>
        <p:spPr>
          <a:xfrm>
            <a:off x="6296200" y="2635550"/>
            <a:ext cx="2644800" cy="268200"/>
          </a:xfrm>
          <a:prstGeom prst="rect">
            <a:avLst/>
          </a:prstGeom>
        </p:spPr>
        <p:txBody>
          <a:bodyPr spcFirstLastPara="1" wrap="square" lIns="91425" tIns="91425" rIns="91425" bIns="91425" anchor="t" anchorCtr="0">
            <a:normAutofit/>
          </a:bodyPr>
          <a:lstStyle>
            <a:lvl1pPr marL="457200" lvl="0" indent="-292100">
              <a:lnSpc>
                <a:spcPct val="100000"/>
              </a:lnSpc>
              <a:spcBef>
                <a:spcPts val="0"/>
              </a:spcBef>
              <a:spcAft>
                <a:spcPts val="0"/>
              </a:spcAft>
              <a:buSzPts val="1000"/>
              <a:buChar char="●"/>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98" name="Google Shape;298;p54"/>
          <p:cNvSpPr txBox="1">
            <a:spLocks noGrp="1"/>
          </p:cNvSpPr>
          <p:nvPr>
            <p:ph type="body" idx="27"/>
          </p:nvPr>
        </p:nvSpPr>
        <p:spPr>
          <a:xfrm>
            <a:off x="6296200" y="2903750"/>
            <a:ext cx="2644800" cy="268200"/>
          </a:xfrm>
          <a:prstGeom prst="rect">
            <a:avLst/>
          </a:prstGeom>
        </p:spPr>
        <p:txBody>
          <a:bodyPr spcFirstLastPara="1" wrap="square" lIns="91425" tIns="91425" rIns="91425" bIns="91425" anchor="t" anchorCtr="0">
            <a:normAutofit/>
          </a:bodyPr>
          <a:lstStyle>
            <a:lvl1pPr marL="457200" lvl="0" indent="-279400">
              <a:lnSpc>
                <a:spcPct val="100000"/>
              </a:lnSpc>
              <a:spcBef>
                <a:spcPts val="0"/>
              </a:spcBef>
              <a:spcAft>
                <a:spcPts val="0"/>
              </a:spcAft>
              <a:buSzPts val="800"/>
              <a:buChar char="●"/>
              <a:defRPr sz="800"/>
            </a:lvl1pPr>
            <a:lvl2pPr marL="914400" lvl="1" indent="-279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marL="1371600" lvl="2"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marL="1828800" lvl="3"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marL="2286000" lvl="4"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marL="2743200" lvl="5"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marL="3200400" lvl="6"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marL="3657600" lvl="7"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marL="4114800" lvl="8"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a:endParaRPr/>
          </a:p>
        </p:txBody>
      </p:sp>
      <p:sp>
        <p:nvSpPr>
          <p:cNvPr id="299" name="Google Shape;299;p54"/>
          <p:cNvSpPr txBox="1">
            <a:spLocks noGrp="1"/>
          </p:cNvSpPr>
          <p:nvPr>
            <p:ph type="body" idx="28"/>
          </p:nvPr>
        </p:nvSpPr>
        <p:spPr>
          <a:xfrm>
            <a:off x="6296200" y="3433400"/>
            <a:ext cx="2644800" cy="429000"/>
          </a:xfrm>
          <a:prstGeom prst="rect">
            <a:avLst/>
          </a:prstGeom>
        </p:spPr>
        <p:txBody>
          <a:bodyPr spcFirstLastPara="1" wrap="square" lIns="91425" tIns="91425" rIns="91425" bIns="91425" anchor="ctr" anchorCtr="0">
            <a:noAutofit/>
          </a:bodyPr>
          <a:lstStyle>
            <a:lvl1pPr marL="457200" lvl="0"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300" name="Google Shape;300;p54"/>
          <p:cNvSpPr txBox="1">
            <a:spLocks noGrp="1"/>
          </p:cNvSpPr>
          <p:nvPr>
            <p:ph type="body" idx="29"/>
          </p:nvPr>
        </p:nvSpPr>
        <p:spPr>
          <a:xfrm>
            <a:off x="6296200" y="3862400"/>
            <a:ext cx="2644800" cy="268200"/>
          </a:xfrm>
          <a:prstGeom prst="rect">
            <a:avLst/>
          </a:prstGeom>
        </p:spPr>
        <p:txBody>
          <a:bodyPr spcFirstLastPara="1" wrap="square" lIns="91425" tIns="91425" rIns="91425" bIns="91425" anchor="t" anchorCtr="0">
            <a:noAutofit/>
          </a:bodyPr>
          <a:lstStyle>
            <a:lvl1pPr marL="457200" lvl="0" indent="-292100">
              <a:lnSpc>
                <a:spcPct val="100000"/>
              </a:lnSpc>
              <a:spcBef>
                <a:spcPts val="0"/>
              </a:spcBef>
              <a:spcAft>
                <a:spcPts val="0"/>
              </a:spcAft>
              <a:buSzPts val="1000"/>
              <a:buChar char="●"/>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301" name="Google Shape;301;p54"/>
          <p:cNvSpPr txBox="1">
            <a:spLocks noGrp="1"/>
          </p:cNvSpPr>
          <p:nvPr>
            <p:ph type="body" idx="30"/>
          </p:nvPr>
        </p:nvSpPr>
        <p:spPr>
          <a:xfrm>
            <a:off x="6296200" y="4130600"/>
            <a:ext cx="2644800" cy="268200"/>
          </a:xfrm>
          <a:prstGeom prst="rect">
            <a:avLst/>
          </a:prstGeom>
        </p:spPr>
        <p:txBody>
          <a:bodyPr spcFirstLastPara="1" wrap="square" lIns="91425" tIns="91425" rIns="91425" bIns="91425" anchor="t" anchorCtr="0">
            <a:noAutofit/>
          </a:bodyPr>
          <a:lstStyle>
            <a:lvl1pPr marL="457200" lvl="0" indent="-279400">
              <a:lnSpc>
                <a:spcPct val="100000"/>
              </a:lnSpc>
              <a:spcBef>
                <a:spcPts val="0"/>
              </a:spcBef>
              <a:spcAft>
                <a:spcPts val="0"/>
              </a:spcAft>
              <a:buSzPts val="800"/>
              <a:buChar char="●"/>
              <a:defRPr sz="800"/>
            </a:lvl1pPr>
            <a:lvl2pPr marL="914400" lvl="1" indent="-279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marL="1371600" lvl="2"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marL="1828800" lvl="3"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marL="2286000" lvl="4"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marL="2743200" lvl="5"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marL="3200400" lvl="6"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marL="3657600" lvl="7"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marL="4114800" lvl="8"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a:endParaRPr/>
          </a:p>
        </p:txBody>
      </p:sp>
      <p:sp>
        <p:nvSpPr>
          <p:cNvPr id="302" name="Google Shape;302;p54"/>
          <p:cNvSpPr txBox="1">
            <a:spLocks noGrp="1"/>
          </p:cNvSpPr>
          <p:nvPr>
            <p:ph type="body" idx="31"/>
          </p:nvPr>
        </p:nvSpPr>
        <p:spPr>
          <a:xfrm>
            <a:off x="196951" y="196725"/>
            <a:ext cx="1860600" cy="209100"/>
          </a:xfrm>
          <a:prstGeom prst="rect">
            <a:avLst/>
          </a:prstGeom>
        </p:spPr>
        <p:txBody>
          <a:bodyPr spcFirstLastPara="1" wrap="square" lIns="91425" tIns="91425" rIns="91425" bIns="91425" anchor="ctr" anchorCtr="0">
            <a:noAutofit/>
          </a:bodyPr>
          <a:lstStyle>
            <a:lvl1pPr marL="457200" lvl="0" indent="-279400">
              <a:spcBef>
                <a:spcPts val="0"/>
              </a:spcBef>
              <a:spcAft>
                <a:spcPts val="0"/>
              </a:spcAft>
              <a:buSzPts val="800"/>
              <a:buChar char="●"/>
              <a:defRPr sz="800"/>
            </a:lvl1pPr>
            <a:lvl2pPr marL="914400" lvl="1" indent="-279400">
              <a:spcBef>
                <a:spcPts val="0"/>
              </a:spcBef>
              <a:spcAft>
                <a:spcPts val="0"/>
              </a:spcAft>
              <a:buSzPts val="800"/>
              <a:buChar char="○"/>
              <a:defRPr/>
            </a:lvl2pPr>
            <a:lvl3pPr marL="1371600" lvl="2" indent="-279400">
              <a:spcBef>
                <a:spcPts val="0"/>
              </a:spcBef>
              <a:spcAft>
                <a:spcPts val="0"/>
              </a:spcAft>
              <a:buSzPts val="800"/>
              <a:buChar char="■"/>
              <a:defRPr sz="800"/>
            </a:lvl3pPr>
            <a:lvl4pPr marL="1828800" lvl="3" indent="-279400">
              <a:spcBef>
                <a:spcPts val="0"/>
              </a:spcBef>
              <a:spcAft>
                <a:spcPts val="0"/>
              </a:spcAft>
              <a:buSzPts val="800"/>
              <a:buChar char="●"/>
              <a:defRPr sz="800"/>
            </a:lvl4pPr>
            <a:lvl5pPr marL="2286000" lvl="4" indent="-279400">
              <a:spcBef>
                <a:spcPts val="0"/>
              </a:spcBef>
              <a:spcAft>
                <a:spcPts val="0"/>
              </a:spcAft>
              <a:buSzPts val="800"/>
              <a:buChar char="○"/>
              <a:defRPr sz="800"/>
            </a:lvl5pPr>
            <a:lvl6pPr marL="2743200" lvl="5" indent="-279400">
              <a:spcBef>
                <a:spcPts val="0"/>
              </a:spcBef>
              <a:spcAft>
                <a:spcPts val="0"/>
              </a:spcAft>
              <a:buSzPts val="800"/>
              <a:buChar char="■"/>
              <a:defRPr sz="800"/>
            </a:lvl6pPr>
            <a:lvl7pPr marL="3200400" lvl="6" indent="-279400">
              <a:spcBef>
                <a:spcPts val="0"/>
              </a:spcBef>
              <a:spcAft>
                <a:spcPts val="0"/>
              </a:spcAft>
              <a:buSzPts val="800"/>
              <a:buChar char="●"/>
              <a:defRPr sz="800"/>
            </a:lvl7pPr>
            <a:lvl8pPr marL="3657600" lvl="7" indent="-279400">
              <a:spcBef>
                <a:spcPts val="0"/>
              </a:spcBef>
              <a:spcAft>
                <a:spcPts val="0"/>
              </a:spcAft>
              <a:buSzPts val="800"/>
              <a:buChar char="○"/>
              <a:defRPr sz="800"/>
            </a:lvl8pPr>
            <a:lvl9pPr marL="4114800" lvl="8" indent="-279400">
              <a:spcBef>
                <a:spcPts val="0"/>
              </a:spcBef>
              <a:spcAft>
                <a:spcPts val="0"/>
              </a:spcAft>
              <a:buSzPts val="800"/>
              <a:buChar char="■"/>
              <a:defRPr sz="800"/>
            </a:lvl9pPr>
          </a:lstStyle>
          <a:p>
            <a:endParaRPr/>
          </a:p>
        </p:txBody>
      </p:sp>
      <p:sp>
        <p:nvSpPr>
          <p:cNvPr id="303" name="Google Shape;303;p54"/>
          <p:cNvSpPr txBox="1">
            <a:spLocks noGrp="1"/>
          </p:cNvSpPr>
          <p:nvPr>
            <p:ph type="body" idx="32"/>
          </p:nvPr>
        </p:nvSpPr>
        <p:spPr>
          <a:xfrm>
            <a:off x="7087526" y="196725"/>
            <a:ext cx="1933500" cy="209100"/>
          </a:xfrm>
          <a:prstGeom prst="rect">
            <a:avLst/>
          </a:prstGeom>
        </p:spPr>
        <p:txBody>
          <a:bodyPr spcFirstLastPara="1" wrap="square" lIns="91425" tIns="91425" rIns="91425" bIns="91425" anchor="ctr" anchorCtr="0">
            <a:noAutofit/>
          </a:bodyPr>
          <a:lstStyle>
            <a:lvl1pPr marL="457200" lvl="0" indent="-279400" algn="r">
              <a:spcBef>
                <a:spcPts val="0"/>
              </a:spcBef>
              <a:spcAft>
                <a:spcPts val="0"/>
              </a:spcAft>
              <a:buSzPts val="800"/>
              <a:buChar char="●"/>
              <a:defRPr sz="800"/>
            </a:lvl1pPr>
            <a:lvl2pPr marL="914400" lvl="1" indent="-279400" algn="r">
              <a:spcBef>
                <a:spcPts val="0"/>
              </a:spcBef>
              <a:spcAft>
                <a:spcPts val="0"/>
              </a:spcAft>
              <a:buSzPts val="800"/>
              <a:buChar char="○"/>
              <a:defRPr/>
            </a:lvl2pPr>
            <a:lvl3pPr marL="1371600" lvl="2" indent="-279400" algn="r">
              <a:spcBef>
                <a:spcPts val="0"/>
              </a:spcBef>
              <a:spcAft>
                <a:spcPts val="0"/>
              </a:spcAft>
              <a:buSzPts val="800"/>
              <a:buChar char="■"/>
              <a:defRPr sz="800"/>
            </a:lvl3pPr>
            <a:lvl4pPr marL="1828800" lvl="3" indent="-279400" algn="r">
              <a:spcBef>
                <a:spcPts val="0"/>
              </a:spcBef>
              <a:spcAft>
                <a:spcPts val="0"/>
              </a:spcAft>
              <a:buSzPts val="800"/>
              <a:buChar char="●"/>
              <a:defRPr sz="800"/>
            </a:lvl4pPr>
            <a:lvl5pPr marL="2286000" lvl="4" indent="-279400" algn="r">
              <a:spcBef>
                <a:spcPts val="0"/>
              </a:spcBef>
              <a:spcAft>
                <a:spcPts val="0"/>
              </a:spcAft>
              <a:buSzPts val="800"/>
              <a:buChar char="○"/>
              <a:defRPr sz="800"/>
            </a:lvl5pPr>
            <a:lvl6pPr marL="2743200" lvl="5" indent="-279400" algn="r">
              <a:spcBef>
                <a:spcPts val="0"/>
              </a:spcBef>
              <a:spcAft>
                <a:spcPts val="0"/>
              </a:spcAft>
              <a:buSzPts val="800"/>
              <a:buChar char="■"/>
              <a:defRPr sz="800"/>
            </a:lvl6pPr>
            <a:lvl7pPr marL="3200400" lvl="6" indent="-279400" algn="r">
              <a:spcBef>
                <a:spcPts val="0"/>
              </a:spcBef>
              <a:spcAft>
                <a:spcPts val="0"/>
              </a:spcAft>
              <a:buSzPts val="800"/>
              <a:buChar char="●"/>
              <a:defRPr sz="800"/>
            </a:lvl7pPr>
            <a:lvl8pPr marL="3657600" lvl="7" indent="-279400" algn="r">
              <a:spcBef>
                <a:spcPts val="0"/>
              </a:spcBef>
              <a:spcAft>
                <a:spcPts val="0"/>
              </a:spcAft>
              <a:buSzPts val="800"/>
              <a:buChar char="○"/>
              <a:defRPr sz="800"/>
            </a:lvl8pPr>
            <a:lvl9pPr marL="4114800" lvl="8" indent="-279400" algn="r">
              <a:spcBef>
                <a:spcPts val="0"/>
              </a:spcBef>
              <a:spcAft>
                <a:spcPts val="0"/>
              </a:spcAft>
              <a:buSzPts val="800"/>
              <a:buChar char="■"/>
              <a:defRPr sz="800"/>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Custom blank">
  <p:cSld name="CUSTOM">
    <p:spTree>
      <p:nvGrpSpPr>
        <p:cNvPr id="1" name="Shape 304"/>
        <p:cNvGrpSpPr/>
        <p:nvPr/>
      </p:nvGrpSpPr>
      <p:grpSpPr>
        <a:xfrm>
          <a:off x="0" y="0"/>
          <a:ext cx="0" cy="0"/>
          <a:chOff x="0" y="0"/>
          <a:chExt cx="0" cy="0"/>
        </a:xfrm>
      </p:grpSpPr>
      <p:sp>
        <p:nvSpPr>
          <p:cNvPr id="305" name="Google Shape;305;p5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06" name="Google Shape;306;p55"/>
          <p:cNvSpPr txBox="1">
            <a:spLocks noGrp="1"/>
          </p:cNvSpPr>
          <p:nvPr>
            <p:ph type="body" idx="1"/>
          </p:nvPr>
        </p:nvSpPr>
        <p:spPr>
          <a:xfrm>
            <a:off x="196951" y="196725"/>
            <a:ext cx="1860300" cy="209100"/>
          </a:xfrm>
          <a:prstGeom prst="rect">
            <a:avLst/>
          </a:prstGeom>
        </p:spPr>
        <p:txBody>
          <a:bodyPr spcFirstLastPara="1" wrap="square" lIns="91425" tIns="91425" rIns="91425" bIns="91425" anchor="ctr" anchorCtr="0">
            <a:noAutofit/>
          </a:bodyPr>
          <a:lstStyle>
            <a:lvl1pPr marL="457200" lvl="0" indent="-279400">
              <a:spcBef>
                <a:spcPts val="0"/>
              </a:spcBef>
              <a:spcAft>
                <a:spcPts val="0"/>
              </a:spcAft>
              <a:buClr>
                <a:schemeClr val="dk1"/>
              </a:buClr>
              <a:buSzPts val="800"/>
              <a:buChar char="●"/>
              <a:defRPr sz="800">
                <a:solidFill>
                  <a:schemeClr val="dk1"/>
                </a:solidFill>
              </a:defRPr>
            </a:lvl1pPr>
            <a:lvl2pPr marL="914400" lvl="1" indent="-279400">
              <a:spcBef>
                <a:spcPts val="0"/>
              </a:spcBef>
              <a:spcAft>
                <a:spcPts val="0"/>
              </a:spcAft>
              <a:buClr>
                <a:schemeClr val="dk1"/>
              </a:buClr>
              <a:buSzPts val="800"/>
              <a:buChar char="○"/>
              <a:defRPr>
                <a:solidFill>
                  <a:schemeClr val="dk1"/>
                </a:solidFill>
              </a:defRPr>
            </a:lvl2pPr>
            <a:lvl3pPr marL="1371600" lvl="2" indent="-279400">
              <a:spcBef>
                <a:spcPts val="0"/>
              </a:spcBef>
              <a:spcAft>
                <a:spcPts val="0"/>
              </a:spcAft>
              <a:buClr>
                <a:schemeClr val="dk1"/>
              </a:buClr>
              <a:buSzPts val="800"/>
              <a:buChar char="■"/>
              <a:defRPr sz="800">
                <a:solidFill>
                  <a:schemeClr val="dk1"/>
                </a:solidFill>
              </a:defRPr>
            </a:lvl3pPr>
            <a:lvl4pPr marL="1828800" lvl="3" indent="-279400">
              <a:spcBef>
                <a:spcPts val="0"/>
              </a:spcBef>
              <a:spcAft>
                <a:spcPts val="0"/>
              </a:spcAft>
              <a:buClr>
                <a:schemeClr val="dk1"/>
              </a:buClr>
              <a:buSzPts val="800"/>
              <a:buChar char="●"/>
              <a:defRPr sz="800">
                <a:solidFill>
                  <a:schemeClr val="dk1"/>
                </a:solidFill>
              </a:defRPr>
            </a:lvl4pPr>
            <a:lvl5pPr marL="2286000" lvl="4" indent="-279400">
              <a:spcBef>
                <a:spcPts val="0"/>
              </a:spcBef>
              <a:spcAft>
                <a:spcPts val="0"/>
              </a:spcAft>
              <a:buClr>
                <a:schemeClr val="dk1"/>
              </a:buClr>
              <a:buSzPts val="800"/>
              <a:buChar char="○"/>
              <a:defRPr sz="800">
                <a:solidFill>
                  <a:schemeClr val="dk1"/>
                </a:solidFill>
              </a:defRPr>
            </a:lvl5pPr>
            <a:lvl6pPr marL="2743200" lvl="5" indent="-279400">
              <a:spcBef>
                <a:spcPts val="0"/>
              </a:spcBef>
              <a:spcAft>
                <a:spcPts val="0"/>
              </a:spcAft>
              <a:buClr>
                <a:schemeClr val="dk1"/>
              </a:buClr>
              <a:buSzPts val="800"/>
              <a:buChar char="■"/>
              <a:defRPr sz="800">
                <a:solidFill>
                  <a:schemeClr val="dk1"/>
                </a:solidFill>
              </a:defRPr>
            </a:lvl6pPr>
            <a:lvl7pPr marL="3200400" lvl="6" indent="-279400">
              <a:spcBef>
                <a:spcPts val="0"/>
              </a:spcBef>
              <a:spcAft>
                <a:spcPts val="0"/>
              </a:spcAft>
              <a:buClr>
                <a:schemeClr val="dk1"/>
              </a:buClr>
              <a:buSzPts val="800"/>
              <a:buChar char="●"/>
              <a:defRPr sz="800">
                <a:solidFill>
                  <a:schemeClr val="dk1"/>
                </a:solidFill>
              </a:defRPr>
            </a:lvl7pPr>
            <a:lvl8pPr marL="3657600" lvl="7" indent="-279400">
              <a:spcBef>
                <a:spcPts val="0"/>
              </a:spcBef>
              <a:spcAft>
                <a:spcPts val="0"/>
              </a:spcAft>
              <a:buClr>
                <a:schemeClr val="dk1"/>
              </a:buClr>
              <a:buSzPts val="800"/>
              <a:buChar char="○"/>
              <a:defRPr sz="800">
                <a:solidFill>
                  <a:schemeClr val="dk1"/>
                </a:solidFill>
              </a:defRPr>
            </a:lvl8pPr>
            <a:lvl9pPr marL="4114800" lvl="8" indent="-279400">
              <a:spcBef>
                <a:spcPts val="0"/>
              </a:spcBef>
              <a:spcAft>
                <a:spcPts val="0"/>
              </a:spcAft>
              <a:buClr>
                <a:schemeClr val="dk1"/>
              </a:buClr>
              <a:buSzPts val="800"/>
              <a:buChar char="■"/>
              <a:defRPr sz="800">
                <a:solidFill>
                  <a:schemeClr val="dk1"/>
                </a:solidFill>
              </a:defRPr>
            </a:lvl9pPr>
          </a:lstStyle>
          <a:p>
            <a:endParaRPr/>
          </a:p>
        </p:txBody>
      </p:sp>
      <p:sp>
        <p:nvSpPr>
          <p:cNvPr id="307" name="Google Shape;307;p55"/>
          <p:cNvSpPr txBox="1">
            <a:spLocks noGrp="1"/>
          </p:cNvSpPr>
          <p:nvPr>
            <p:ph type="body" idx="2"/>
          </p:nvPr>
        </p:nvSpPr>
        <p:spPr>
          <a:xfrm>
            <a:off x="7087526" y="196725"/>
            <a:ext cx="1933500" cy="209100"/>
          </a:xfrm>
          <a:prstGeom prst="rect">
            <a:avLst/>
          </a:prstGeom>
        </p:spPr>
        <p:txBody>
          <a:bodyPr spcFirstLastPara="1" wrap="square" lIns="91425" tIns="91425" rIns="91425" bIns="91425" anchor="ctr" anchorCtr="0">
            <a:noAutofit/>
          </a:bodyPr>
          <a:lstStyle>
            <a:lvl1pPr marL="457200" lvl="0" indent="-279400" algn="r">
              <a:spcBef>
                <a:spcPts val="0"/>
              </a:spcBef>
              <a:spcAft>
                <a:spcPts val="0"/>
              </a:spcAft>
              <a:buClr>
                <a:schemeClr val="dk1"/>
              </a:buClr>
              <a:buSzPts val="800"/>
              <a:buChar char="●"/>
              <a:defRPr sz="800">
                <a:solidFill>
                  <a:schemeClr val="dk1"/>
                </a:solidFill>
              </a:defRPr>
            </a:lvl1pPr>
            <a:lvl2pPr marL="914400" lvl="1" indent="-279400" algn="r">
              <a:spcBef>
                <a:spcPts val="0"/>
              </a:spcBef>
              <a:spcAft>
                <a:spcPts val="0"/>
              </a:spcAft>
              <a:buClr>
                <a:schemeClr val="dk1"/>
              </a:buClr>
              <a:buSzPts val="800"/>
              <a:buChar char="○"/>
              <a:defRPr>
                <a:solidFill>
                  <a:schemeClr val="dk1"/>
                </a:solidFill>
              </a:defRPr>
            </a:lvl2pPr>
            <a:lvl3pPr marL="1371600" lvl="2" indent="-279400" algn="r">
              <a:spcBef>
                <a:spcPts val="0"/>
              </a:spcBef>
              <a:spcAft>
                <a:spcPts val="0"/>
              </a:spcAft>
              <a:buClr>
                <a:schemeClr val="dk1"/>
              </a:buClr>
              <a:buSzPts val="800"/>
              <a:buChar char="■"/>
              <a:defRPr sz="800">
                <a:solidFill>
                  <a:schemeClr val="dk1"/>
                </a:solidFill>
              </a:defRPr>
            </a:lvl3pPr>
            <a:lvl4pPr marL="1828800" lvl="3" indent="-279400" algn="r">
              <a:spcBef>
                <a:spcPts val="0"/>
              </a:spcBef>
              <a:spcAft>
                <a:spcPts val="0"/>
              </a:spcAft>
              <a:buClr>
                <a:schemeClr val="dk1"/>
              </a:buClr>
              <a:buSzPts val="800"/>
              <a:buChar char="●"/>
              <a:defRPr sz="800">
                <a:solidFill>
                  <a:schemeClr val="dk1"/>
                </a:solidFill>
              </a:defRPr>
            </a:lvl4pPr>
            <a:lvl5pPr marL="2286000" lvl="4" indent="-279400" algn="r">
              <a:spcBef>
                <a:spcPts val="0"/>
              </a:spcBef>
              <a:spcAft>
                <a:spcPts val="0"/>
              </a:spcAft>
              <a:buClr>
                <a:schemeClr val="dk1"/>
              </a:buClr>
              <a:buSzPts val="800"/>
              <a:buChar char="○"/>
              <a:defRPr sz="800">
                <a:solidFill>
                  <a:schemeClr val="dk1"/>
                </a:solidFill>
              </a:defRPr>
            </a:lvl5pPr>
            <a:lvl6pPr marL="2743200" lvl="5" indent="-279400" algn="r">
              <a:spcBef>
                <a:spcPts val="0"/>
              </a:spcBef>
              <a:spcAft>
                <a:spcPts val="0"/>
              </a:spcAft>
              <a:buClr>
                <a:schemeClr val="dk1"/>
              </a:buClr>
              <a:buSzPts val="800"/>
              <a:buChar char="■"/>
              <a:defRPr sz="800">
                <a:solidFill>
                  <a:schemeClr val="dk1"/>
                </a:solidFill>
              </a:defRPr>
            </a:lvl6pPr>
            <a:lvl7pPr marL="3200400" lvl="6" indent="-279400" algn="r">
              <a:spcBef>
                <a:spcPts val="0"/>
              </a:spcBef>
              <a:spcAft>
                <a:spcPts val="0"/>
              </a:spcAft>
              <a:buClr>
                <a:schemeClr val="dk1"/>
              </a:buClr>
              <a:buSzPts val="800"/>
              <a:buChar char="●"/>
              <a:defRPr sz="800">
                <a:solidFill>
                  <a:schemeClr val="dk1"/>
                </a:solidFill>
              </a:defRPr>
            </a:lvl7pPr>
            <a:lvl8pPr marL="3657600" lvl="7" indent="-279400" algn="r">
              <a:spcBef>
                <a:spcPts val="0"/>
              </a:spcBef>
              <a:spcAft>
                <a:spcPts val="0"/>
              </a:spcAft>
              <a:buClr>
                <a:schemeClr val="dk1"/>
              </a:buClr>
              <a:buSzPts val="800"/>
              <a:buChar char="○"/>
              <a:defRPr sz="800">
                <a:solidFill>
                  <a:schemeClr val="dk1"/>
                </a:solidFill>
              </a:defRPr>
            </a:lvl8pPr>
            <a:lvl9pPr marL="4114800" lvl="8" indent="-279400" algn="r">
              <a:spcBef>
                <a:spcPts val="0"/>
              </a:spcBef>
              <a:spcAft>
                <a:spcPts val="0"/>
              </a:spcAft>
              <a:buClr>
                <a:schemeClr val="dk1"/>
              </a:buClr>
              <a:buSzPts val="800"/>
              <a:buChar char="■"/>
              <a:defRPr sz="800">
                <a:solidFill>
                  <a:schemeClr val="dk1"/>
                </a:solidFill>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_5">
  <p:cSld name="TITLE_5">
    <p:bg>
      <p:bgPr>
        <a:solidFill>
          <a:schemeClr val="dk1"/>
        </a:solidFill>
        <a:effectLst/>
      </p:bgPr>
    </p:bg>
    <p:spTree>
      <p:nvGrpSpPr>
        <p:cNvPr id="1" name="Shape 308"/>
        <p:cNvGrpSpPr/>
        <p:nvPr/>
      </p:nvGrpSpPr>
      <p:grpSpPr>
        <a:xfrm>
          <a:off x="0" y="0"/>
          <a:ext cx="0" cy="0"/>
          <a:chOff x="0" y="0"/>
          <a:chExt cx="0" cy="0"/>
        </a:xfrm>
      </p:grpSpPr>
      <p:sp>
        <p:nvSpPr>
          <p:cNvPr id="309" name="Google Shape;309;p56"/>
          <p:cNvSpPr/>
          <p:nvPr/>
        </p:nvSpPr>
        <p:spPr>
          <a:xfrm>
            <a:off x="0" y="100"/>
            <a:ext cx="9144000" cy="1711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10" name="Google Shape;310;p56"/>
          <p:cNvCxnSpPr/>
          <p:nvPr/>
        </p:nvCxnSpPr>
        <p:spPr>
          <a:xfrm>
            <a:off x="641934" y="3597500"/>
            <a:ext cx="390300" cy="0"/>
          </a:xfrm>
          <a:prstGeom prst="straightConnector1">
            <a:avLst/>
          </a:prstGeom>
          <a:noFill/>
          <a:ln w="28575" cap="flat" cmpd="sng">
            <a:solidFill>
              <a:schemeClr val="accent1"/>
            </a:solidFill>
            <a:prstDash val="solid"/>
            <a:round/>
            <a:headEnd type="none" w="sm" len="sm"/>
            <a:tailEnd type="none" w="sm" len="sm"/>
          </a:ln>
        </p:spPr>
      </p:cxnSp>
      <p:sp>
        <p:nvSpPr>
          <p:cNvPr id="311" name="Google Shape;311;p56"/>
          <p:cNvSpPr txBox="1">
            <a:spLocks noGrp="1"/>
          </p:cNvSpPr>
          <p:nvPr>
            <p:ph type="ctrTitle"/>
          </p:nvPr>
        </p:nvSpPr>
        <p:spPr>
          <a:xfrm>
            <a:off x="512700" y="1893300"/>
            <a:ext cx="8118600" cy="1522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a:endParaRPr/>
          </a:p>
        </p:txBody>
      </p:sp>
      <p:sp>
        <p:nvSpPr>
          <p:cNvPr id="312" name="Google Shape;312;p56"/>
          <p:cNvSpPr txBox="1">
            <a:spLocks noGrp="1"/>
          </p:cNvSpPr>
          <p:nvPr>
            <p:ph type="subTitle" idx="1"/>
          </p:nvPr>
        </p:nvSpPr>
        <p:spPr>
          <a:xfrm>
            <a:off x="512700" y="3840639"/>
            <a:ext cx="8118600" cy="7875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a:endParaRPr/>
          </a:p>
        </p:txBody>
      </p:sp>
      <p:sp>
        <p:nvSpPr>
          <p:cNvPr id="313" name="Google Shape;313;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_AND_BODY_2">
  <p:cSld name="TITLE_AND_BODY_2">
    <p:spTree>
      <p:nvGrpSpPr>
        <p:cNvPr id="1" name="Shape 314"/>
        <p:cNvGrpSpPr/>
        <p:nvPr/>
      </p:nvGrpSpPr>
      <p:grpSpPr>
        <a:xfrm>
          <a:off x="0" y="0"/>
          <a:ext cx="0" cy="0"/>
          <a:chOff x="0" y="0"/>
          <a:chExt cx="0" cy="0"/>
        </a:xfrm>
      </p:grpSpPr>
      <p:sp>
        <p:nvSpPr>
          <p:cNvPr id="315" name="Google Shape;315;p57"/>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57"/>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a:endParaRPr/>
          </a:p>
        </p:txBody>
      </p:sp>
      <p:sp>
        <p:nvSpPr>
          <p:cNvPr id="317" name="Google Shape;317;p57"/>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318" name="Google Shape;318;p5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MAIN_POINT_2">
  <p:cSld name="MAIN_POINT_2">
    <p:bg>
      <p:bgPr>
        <a:solidFill>
          <a:schemeClr val="lt2"/>
        </a:solidFill>
        <a:effectLst/>
      </p:bgPr>
    </p:bg>
    <p:spTree>
      <p:nvGrpSpPr>
        <p:cNvPr id="1" name="Shape 319"/>
        <p:cNvGrpSpPr/>
        <p:nvPr/>
      </p:nvGrpSpPr>
      <p:grpSpPr>
        <a:xfrm>
          <a:off x="0" y="0"/>
          <a:ext cx="0" cy="0"/>
          <a:chOff x="0" y="0"/>
          <a:chExt cx="0" cy="0"/>
        </a:xfrm>
      </p:grpSpPr>
      <p:sp>
        <p:nvSpPr>
          <p:cNvPr id="320" name="Google Shape;320;p58"/>
          <p:cNvSpPr txBox="1">
            <a:spLocks noGrp="1"/>
          </p:cNvSpPr>
          <p:nvPr>
            <p:ph type="title"/>
          </p:nvPr>
        </p:nvSpPr>
        <p:spPr>
          <a:xfrm>
            <a:off x="490250" y="526350"/>
            <a:ext cx="56040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a:endParaRPr/>
          </a:p>
        </p:txBody>
      </p:sp>
      <p:sp>
        <p:nvSpPr>
          <p:cNvPr id="321" name="Google Shape;321;p5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35.xml"/><Relationship Id="rId18" Type="http://schemas.openxmlformats.org/officeDocument/2006/relationships/slideLayout" Target="../slideLayouts/slideLayout40.xml"/><Relationship Id="rId26" Type="http://schemas.openxmlformats.org/officeDocument/2006/relationships/slideLayout" Target="../slideLayouts/slideLayout48.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34" Type="http://schemas.openxmlformats.org/officeDocument/2006/relationships/theme" Target="../theme/theme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5" Type="http://schemas.openxmlformats.org/officeDocument/2006/relationships/slideLayout" Target="../slideLayouts/slideLayout47.xml"/><Relationship Id="rId33" Type="http://schemas.openxmlformats.org/officeDocument/2006/relationships/slideLayout" Target="../slideLayouts/slideLayout55.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29" Type="http://schemas.openxmlformats.org/officeDocument/2006/relationships/slideLayout" Target="../slideLayouts/slideLayout51.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24" Type="http://schemas.openxmlformats.org/officeDocument/2006/relationships/slideLayout" Target="../slideLayouts/slideLayout46.xml"/><Relationship Id="rId32" Type="http://schemas.openxmlformats.org/officeDocument/2006/relationships/slideLayout" Target="../slideLayouts/slideLayout54.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slideLayout" Target="../slideLayouts/slideLayout45.xml"/><Relationship Id="rId28" Type="http://schemas.openxmlformats.org/officeDocument/2006/relationships/slideLayout" Target="../slideLayouts/slideLayout50.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31" Type="http://schemas.openxmlformats.org/officeDocument/2006/relationships/slideLayout" Target="../slideLayouts/slideLayout53.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 Id="rId27" Type="http://schemas.openxmlformats.org/officeDocument/2006/relationships/slideLayout" Target="../slideLayouts/slideLayout49.xml"/><Relationship Id="rId30" Type="http://schemas.openxmlformats.org/officeDocument/2006/relationships/slideLayout" Target="../slideLayouts/slideLayout52.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paperback">
    <p:bg>
      <p:bgPr>
        <a:solidFill>
          <a:schemeClr val="accen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6132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a:endParaRPr/>
          </a:p>
        </p:txBody>
      </p:sp>
      <p:sp>
        <p:nvSpPr>
          <p:cNvPr id="52" name="Google Shape;52;p13"/>
          <p:cNvSpPr txBox="1">
            <a:spLocks noGrp="1"/>
          </p:cNvSpPr>
          <p:nvPr>
            <p:ph type="body" idx="1"/>
          </p:nvPr>
        </p:nvSpPr>
        <p:spPr>
          <a:xfrm>
            <a:off x="311700" y="1171600"/>
            <a:ext cx="8520600" cy="3397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marL="914400" lvl="1"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marL="1371600" lvl="2"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marL="1828800" lvl="3"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marL="2286000" lvl="4"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marL="2743200" lvl="5"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marL="3200400" lvl="6"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marL="3657600" lvl="7"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marL="4114800" lvl="8" indent="-3175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00"/>
        <p:cNvGrpSpPr/>
        <p:nvPr/>
      </p:nvGrpSpPr>
      <p:grpSpPr>
        <a:xfrm>
          <a:off x="0" y="0"/>
          <a:ext cx="0" cy="0"/>
          <a:chOff x="0" y="0"/>
          <a:chExt cx="0" cy="0"/>
        </a:xfrm>
      </p:grpSpPr>
      <p:sp>
        <p:nvSpPr>
          <p:cNvPr id="101" name="Google Shape;101;p2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nSpc>
                <a:spcPct val="90000"/>
              </a:lnSpc>
              <a:spcBef>
                <a:spcPts val="0"/>
              </a:spcBef>
              <a:spcAft>
                <a:spcPts val="0"/>
              </a:spcAft>
              <a:buClr>
                <a:schemeClr val="dk1"/>
              </a:buClr>
              <a:buSzPts val="3450"/>
              <a:buFont typeface="Merriweather"/>
              <a:buNone/>
              <a:defRPr sz="3450" b="1">
                <a:solidFill>
                  <a:schemeClr val="dk1"/>
                </a:solidFill>
                <a:latin typeface="Merriweather"/>
                <a:ea typeface="Merriweather"/>
                <a:cs typeface="Merriweather"/>
                <a:sym typeface="Merriweather"/>
              </a:defRPr>
            </a:lvl1pPr>
            <a:lvl2pPr lvl="1">
              <a:lnSpc>
                <a:spcPct val="90000"/>
              </a:lnSpc>
              <a:spcBef>
                <a:spcPts val="0"/>
              </a:spcBef>
              <a:spcAft>
                <a:spcPts val="0"/>
              </a:spcAft>
              <a:buClr>
                <a:schemeClr val="dk1"/>
              </a:buClr>
              <a:buSzPts val="3450"/>
              <a:buFont typeface="Merriweather"/>
              <a:buNone/>
              <a:defRPr sz="3450" b="1">
                <a:solidFill>
                  <a:schemeClr val="dk1"/>
                </a:solidFill>
                <a:latin typeface="Merriweather"/>
                <a:ea typeface="Merriweather"/>
                <a:cs typeface="Merriweather"/>
                <a:sym typeface="Merriweather"/>
              </a:defRPr>
            </a:lvl2pPr>
            <a:lvl3pPr lvl="2">
              <a:lnSpc>
                <a:spcPct val="90000"/>
              </a:lnSpc>
              <a:spcBef>
                <a:spcPts val="0"/>
              </a:spcBef>
              <a:spcAft>
                <a:spcPts val="0"/>
              </a:spcAft>
              <a:buClr>
                <a:schemeClr val="dk1"/>
              </a:buClr>
              <a:buSzPts val="3450"/>
              <a:buFont typeface="Merriweather"/>
              <a:buNone/>
              <a:defRPr sz="3450" b="1">
                <a:solidFill>
                  <a:schemeClr val="dk1"/>
                </a:solidFill>
                <a:latin typeface="Merriweather"/>
                <a:ea typeface="Merriweather"/>
                <a:cs typeface="Merriweather"/>
                <a:sym typeface="Merriweather"/>
              </a:defRPr>
            </a:lvl3pPr>
            <a:lvl4pPr lvl="3">
              <a:lnSpc>
                <a:spcPct val="90000"/>
              </a:lnSpc>
              <a:spcBef>
                <a:spcPts val="0"/>
              </a:spcBef>
              <a:spcAft>
                <a:spcPts val="0"/>
              </a:spcAft>
              <a:buClr>
                <a:schemeClr val="dk1"/>
              </a:buClr>
              <a:buSzPts val="3450"/>
              <a:buFont typeface="Merriweather"/>
              <a:buNone/>
              <a:defRPr sz="3450" b="1">
                <a:solidFill>
                  <a:schemeClr val="dk1"/>
                </a:solidFill>
                <a:latin typeface="Merriweather"/>
                <a:ea typeface="Merriweather"/>
                <a:cs typeface="Merriweather"/>
                <a:sym typeface="Merriweather"/>
              </a:defRPr>
            </a:lvl4pPr>
            <a:lvl5pPr lvl="4">
              <a:lnSpc>
                <a:spcPct val="90000"/>
              </a:lnSpc>
              <a:spcBef>
                <a:spcPts val="0"/>
              </a:spcBef>
              <a:spcAft>
                <a:spcPts val="0"/>
              </a:spcAft>
              <a:buClr>
                <a:schemeClr val="dk1"/>
              </a:buClr>
              <a:buSzPts val="3450"/>
              <a:buFont typeface="Merriweather"/>
              <a:buNone/>
              <a:defRPr sz="3450" b="1">
                <a:solidFill>
                  <a:schemeClr val="dk1"/>
                </a:solidFill>
                <a:latin typeface="Merriweather"/>
                <a:ea typeface="Merriweather"/>
                <a:cs typeface="Merriweather"/>
                <a:sym typeface="Merriweather"/>
              </a:defRPr>
            </a:lvl5pPr>
            <a:lvl6pPr lvl="5">
              <a:lnSpc>
                <a:spcPct val="90000"/>
              </a:lnSpc>
              <a:spcBef>
                <a:spcPts val="0"/>
              </a:spcBef>
              <a:spcAft>
                <a:spcPts val="0"/>
              </a:spcAft>
              <a:buClr>
                <a:schemeClr val="dk1"/>
              </a:buClr>
              <a:buSzPts val="3450"/>
              <a:buFont typeface="Merriweather"/>
              <a:buNone/>
              <a:defRPr sz="3450" b="1">
                <a:solidFill>
                  <a:schemeClr val="dk1"/>
                </a:solidFill>
                <a:latin typeface="Merriweather"/>
                <a:ea typeface="Merriweather"/>
                <a:cs typeface="Merriweather"/>
                <a:sym typeface="Merriweather"/>
              </a:defRPr>
            </a:lvl6pPr>
            <a:lvl7pPr lvl="6">
              <a:lnSpc>
                <a:spcPct val="90000"/>
              </a:lnSpc>
              <a:spcBef>
                <a:spcPts val="0"/>
              </a:spcBef>
              <a:spcAft>
                <a:spcPts val="0"/>
              </a:spcAft>
              <a:buClr>
                <a:schemeClr val="dk1"/>
              </a:buClr>
              <a:buSzPts val="3450"/>
              <a:buFont typeface="Merriweather"/>
              <a:buNone/>
              <a:defRPr sz="3450" b="1">
                <a:solidFill>
                  <a:schemeClr val="dk1"/>
                </a:solidFill>
                <a:latin typeface="Merriweather"/>
                <a:ea typeface="Merriweather"/>
                <a:cs typeface="Merriweather"/>
                <a:sym typeface="Merriweather"/>
              </a:defRPr>
            </a:lvl7pPr>
            <a:lvl8pPr lvl="7">
              <a:lnSpc>
                <a:spcPct val="90000"/>
              </a:lnSpc>
              <a:spcBef>
                <a:spcPts val="0"/>
              </a:spcBef>
              <a:spcAft>
                <a:spcPts val="0"/>
              </a:spcAft>
              <a:buClr>
                <a:schemeClr val="dk1"/>
              </a:buClr>
              <a:buSzPts val="3450"/>
              <a:buFont typeface="Merriweather"/>
              <a:buNone/>
              <a:defRPr sz="3450" b="1">
                <a:solidFill>
                  <a:schemeClr val="dk1"/>
                </a:solidFill>
                <a:latin typeface="Merriweather"/>
                <a:ea typeface="Merriweather"/>
                <a:cs typeface="Merriweather"/>
                <a:sym typeface="Merriweather"/>
              </a:defRPr>
            </a:lvl8pPr>
            <a:lvl9pPr lvl="8">
              <a:lnSpc>
                <a:spcPct val="90000"/>
              </a:lnSpc>
              <a:spcBef>
                <a:spcPts val="0"/>
              </a:spcBef>
              <a:spcAft>
                <a:spcPts val="0"/>
              </a:spcAft>
              <a:buClr>
                <a:schemeClr val="dk1"/>
              </a:buClr>
              <a:buSzPts val="3450"/>
              <a:buFont typeface="Merriweather"/>
              <a:buNone/>
              <a:defRPr sz="3450" b="1">
                <a:solidFill>
                  <a:schemeClr val="dk1"/>
                </a:solidFill>
                <a:latin typeface="Merriweather"/>
                <a:ea typeface="Merriweather"/>
                <a:cs typeface="Merriweather"/>
                <a:sym typeface="Merriweather"/>
              </a:defRPr>
            </a:lvl9pPr>
          </a:lstStyle>
          <a:p>
            <a:endParaRPr/>
          </a:p>
        </p:txBody>
      </p:sp>
      <p:sp>
        <p:nvSpPr>
          <p:cNvPr id="102" name="Google Shape;102;p25"/>
          <p:cNvSpPr txBox="1">
            <a:spLocks noGrp="1"/>
          </p:cNvSpPr>
          <p:nvPr>
            <p:ph type="body" idx="1"/>
          </p:nvPr>
        </p:nvSpPr>
        <p:spPr>
          <a:xfrm>
            <a:off x="311700" y="1152475"/>
            <a:ext cx="8520600" cy="1760100"/>
          </a:xfrm>
          <a:prstGeom prst="rect">
            <a:avLst/>
          </a:prstGeom>
          <a:noFill/>
          <a:ln>
            <a:noFill/>
          </a:ln>
        </p:spPr>
        <p:txBody>
          <a:bodyPr spcFirstLastPara="1" wrap="square" lIns="91425" tIns="91425" rIns="91425" bIns="91425" anchor="t" anchorCtr="0">
            <a:normAutofit/>
          </a:bodyPr>
          <a:lstStyle>
            <a:lvl1pPr marL="457200" lvl="0" indent="-2921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1pPr>
            <a:lvl2pPr marL="914400" lvl="1" indent="-279400">
              <a:lnSpc>
                <a:spcPct val="115000"/>
              </a:lnSpc>
              <a:spcBef>
                <a:spcPts val="0"/>
              </a:spcBef>
              <a:spcAft>
                <a:spcPts val="0"/>
              </a:spcAft>
              <a:buClr>
                <a:schemeClr val="dk2"/>
              </a:buClr>
              <a:buSzPts val="800"/>
              <a:buFont typeface="DM Sans"/>
              <a:buChar char="○"/>
              <a:defRPr sz="800">
                <a:solidFill>
                  <a:schemeClr val="dk2"/>
                </a:solidFill>
                <a:latin typeface="DM Sans"/>
                <a:ea typeface="DM Sans"/>
                <a:cs typeface="DM Sans"/>
                <a:sym typeface="DM Sans"/>
              </a:defRPr>
            </a:lvl2pPr>
            <a:lvl3pPr marL="1371600" lvl="2" indent="-2921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3pPr>
            <a:lvl4pPr marL="1828800" lvl="3" indent="-2921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4pPr>
            <a:lvl5pPr marL="2286000" lvl="4" indent="-2921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5pPr>
            <a:lvl6pPr marL="2743200" lvl="5" indent="-2921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6pPr>
            <a:lvl7pPr marL="3200400" lvl="6" indent="-2921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7pPr>
            <a:lvl8pPr marL="3657600" lvl="7" indent="-2921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8pPr>
            <a:lvl9pPr marL="4114800" lvl="8" indent="-2921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9pPr>
          </a:lstStyle>
          <a:p>
            <a:endParaRPr/>
          </a:p>
        </p:txBody>
      </p:sp>
      <p:sp>
        <p:nvSpPr>
          <p:cNvPr id="103" name="Google Shape;103;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800">
                <a:solidFill>
                  <a:schemeClr val="dk1"/>
                </a:solidFill>
                <a:latin typeface="DM Sans"/>
                <a:ea typeface="DM Sans"/>
                <a:cs typeface="DM Sans"/>
                <a:sym typeface="DM Sans"/>
              </a:defRPr>
            </a:lvl1pPr>
            <a:lvl2pPr lvl="1" algn="r">
              <a:buNone/>
              <a:defRPr sz="800">
                <a:solidFill>
                  <a:schemeClr val="dk1"/>
                </a:solidFill>
                <a:latin typeface="DM Sans"/>
                <a:ea typeface="DM Sans"/>
                <a:cs typeface="DM Sans"/>
                <a:sym typeface="DM Sans"/>
              </a:defRPr>
            </a:lvl2pPr>
            <a:lvl3pPr lvl="2" algn="r">
              <a:buNone/>
              <a:defRPr sz="800">
                <a:solidFill>
                  <a:schemeClr val="dk1"/>
                </a:solidFill>
                <a:latin typeface="DM Sans"/>
                <a:ea typeface="DM Sans"/>
                <a:cs typeface="DM Sans"/>
                <a:sym typeface="DM Sans"/>
              </a:defRPr>
            </a:lvl3pPr>
            <a:lvl4pPr lvl="3" algn="r">
              <a:buNone/>
              <a:defRPr sz="800">
                <a:solidFill>
                  <a:schemeClr val="dk1"/>
                </a:solidFill>
                <a:latin typeface="DM Sans"/>
                <a:ea typeface="DM Sans"/>
                <a:cs typeface="DM Sans"/>
                <a:sym typeface="DM Sans"/>
              </a:defRPr>
            </a:lvl4pPr>
            <a:lvl5pPr lvl="4" algn="r">
              <a:buNone/>
              <a:defRPr sz="800">
                <a:solidFill>
                  <a:schemeClr val="dk1"/>
                </a:solidFill>
                <a:latin typeface="DM Sans"/>
                <a:ea typeface="DM Sans"/>
                <a:cs typeface="DM Sans"/>
                <a:sym typeface="DM Sans"/>
              </a:defRPr>
            </a:lvl5pPr>
            <a:lvl6pPr lvl="5" algn="r">
              <a:buNone/>
              <a:defRPr sz="800">
                <a:solidFill>
                  <a:schemeClr val="dk1"/>
                </a:solidFill>
                <a:latin typeface="DM Sans"/>
                <a:ea typeface="DM Sans"/>
                <a:cs typeface="DM Sans"/>
                <a:sym typeface="DM Sans"/>
              </a:defRPr>
            </a:lvl6pPr>
            <a:lvl7pPr lvl="6" algn="r">
              <a:buNone/>
              <a:defRPr sz="800">
                <a:solidFill>
                  <a:schemeClr val="dk1"/>
                </a:solidFill>
                <a:latin typeface="DM Sans"/>
                <a:ea typeface="DM Sans"/>
                <a:cs typeface="DM Sans"/>
                <a:sym typeface="DM Sans"/>
              </a:defRPr>
            </a:lvl7pPr>
            <a:lvl8pPr lvl="7" algn="r">
              <a:buNone/>
              <a:defRPr sz="800">
                <a:solidFill>
                  <a:schemeClr val="dk1"/>
                </a:solidFill>
                <a:latin typeface="DM Sans"/>
                <a:ea typeface="DM Sans"/>
                <a:cs typeface="DM Sans"/>
                <a:sym typeface="DM Sans"/>
              </a:defRPr>
            </a:lvl8pPr>
            <a:lvl9pPr lvl="8" algn="r">
              <a:buNone/>
              <a:defRPr sz="800">
                <a:solidFill>
                  <a:schemeClr val="dk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 id="2147483689" r:id="rId20"/>
    <p:sldLayoutId id="2147483690" r:id="rId21"/>
    <p:sldLayoutId id="2147483691" r:id="rId22"/>
    <p:sldLayoutId id="2147483692" r:id="rId23"/>
    <p:sldLayoutId id="2147483693" r:id="rId24"/>
    <p:sldLayoutId id="2147483694" r:id="rId25"/>
    <p:sldLayoutId id="2147483695" r:id="rId26"/>
    <p:sldLayoutId id="2147483696" r:id="rId27"/>
    <p:sldLayoutId id="2147483697" r:id="rId28"/>
    <p:sldLayoutId id="2147483698" r:id="rId29"/>
    <p:sldLayoutId id="2147483699" r:id="rId30"/>
    <p:sldLayoutId id="2147483700" r:id="rId31"/>
    <p:sldLayoutId id="2147483701" r:id="rId32"/>
    <p:sldLayoutId id="2147483702" r:id="rId3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124">
          <p15:clr>
            <a:srgbClr val="E46962"/>
          </p15:clr>
        </p15:guide>
        <p15:guide id="2" orient="horz" pos="124">
          <p15:clr>
            <a:srgbClr val="E46962"/>
          </p15:clr>
        </p15:guide>
        <p15:guide id="3" pos="5636">
          <p15:clr>
            <a:srgbClr val="E46962"/>
          </p15:clr>
        </p15:guide>
        <p15:guide id="4" orient="horz" pos="3116">
          <p15:clr>
            <a:srgbClr val="E46962"/>
          </p15:clr>
        </p15:guide>
        <p15:guide id="5" pos="1296">
          <p15:clr>
            <a:srgbClr val="E46962"/>
          </p15:clr>
        </p15:guide>
        <p15:guide id="6" pos="4465">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8.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8.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48.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48.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4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6.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59"/>
          <p:cNvSpPr txBox="1">
            <a:spLocks noGrp="1"/>
          </p:cNvSpPr>
          <p:nvPr>
            <p:ph type="ctrTitle"/>
          </p:nvPr>
        </p:nvSpPr>
        <p:spPr>
          <a:xfrm>
            <a:off x="512700" y="1893300"/>
            <a:ext cx="8118600" cy="1522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More on free writing</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25">
          <a:extLst>
            <a:ext uri="{FF2B5EF4-FFF2-40B4-BE49-F238E27FC236}">
              <a16:creationId xmlns:a16="http://schemas.microsoft.com/office/drawing/2014/main" id="{F2B7A31B-F2D8-7633-6884-7596F11112A3}"/>
            </a:ext>
          </a:extLst>
        </p:cNvPr>
        <p:cNvGrpSpPr/>
        <p:nvPr/>
      </p:nvGrpSpPr>
      <p:grpSpPr>
        <a:xfrm>
          <a:off x="0" y="0"/>
          <a:ext cx="0" cy="0"/>
          <a:chOff x="0" y="0"/>
          <a:chExt cx="0" cy="0"/>
        </a:xfrm>
      </p:grpSpPr>
      <p:sp>
        <p:nvSpPr>
          <p:cNvPr id="326" name="Google Shape;326;p59">
            <a:extLst>
              <a:ext uri="{FF2B5EF4-FFF2-40B4-BE49-F238E27FC236}">
                <a16:creationId xmlns:a16="http://schemas.microsoft.com/office/drawing/2014/main" id="{CFFD20CE-7DF6-CE0B-D134-226BB0E87B68}"/>
              </a:ext>
            </a:extLst>
          </p:cNvPr>
          <p:cNvSpPr txBox="1">
            <a:spLocks noGrp="1"/>
          </p:cNvSpPr>
          <p:nvPr>
            <p:ph type="ctrTitle"/>
          </p:nvPr>
        </p:nvSpPr>
        <p:spPr>
          <a:xfrm>
            <a:off x="512700" y="1893300"/>
            <a:ext cx="8118600" cy="1522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Refresh your writing</a:t>
            </a:r>
            <a:endParaRPr dirty="0"/>
          </a:p>
        </p:txBody>
      </p:sp>
      <p:sp>
        <p:nvSpPr>
          <p:cNvPr id="327" name="Google Shape;327;p59">
            <a:extLst>
              <a:ext uri="{FF2B5EF4-FFF2-40B4-BE49-F238E27FC236}">
                <a16:creationId xmlns:a16="http://schemas.microsoft.com/office/drawing/2014/main" id="{7653AC5F-767C-81E8-0FBD-837A28DEF09D}"/>
              </a:ext>
            </a:extLst>
          </p:cNvPr>
          <p:cNvSpPr txBox="1">
            <a:spLocks noGrp="1"/>
          </p:cNvSpPr>
          <p:nvPr>
            <p:ph type="subTitle" idx="1"/>
          </p:nvPr>
        </p:nvSpPr>
        <p:spPr>
          <a:xfrm>
            <a:off x="512700" y="3840639"/>
            <a:ext cx="8118600" cy="787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Pat Thomson (2022)</a:t>
            </a:r>
            <a:endParaRPr/>
          </a:p>
          <a:p>
            <a:pPr marL="0" lvl="0" indent="0" algn="l" rtl="0">
              <a:spcBef>
                <a:spcPts val="0"/>
              </a:spcBef>
              <a:spcAft>
                <a:spcPts val="0"/>
              </a:spcAft>
              <a:buClr>
                <a:schemeClr val="dk1"/>
              </a:buClr>
              <a:buSzPts val="1100"/>
              <a:buFont typeface="Arial"/>
              <a:buNone/>
            </a:pPr>
            <a:r>
              <a:rPr lang="en" i="1"/>
              <a:t>Patter</a:t>
            </a:r>
            <a:endParaRPr/>
          </a:p>
        </p:txBody>
      </p:sp>
    </p:spTree>
    <p:extLst>
      <p:ext uri="{BB962C8B-B14F-4D97-AF65-F5344CB8AC3E}">
        <p14:creationId xmlns:p14="http://schemas.microsoft.com/office/powerpoint/2010/main" val="2360595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60"/>
          <p:cNvSpPr txBox="1"/>
          <p:nvPr/>
        </p:nvSpPr>
        <p:spPr>
          <a:xfrm>
            <a:off x="359550" y="3347700"/>
            <a:ext cx="1402800" cy="745500"/>
          </a:xfrm>
          <a:prstGeom prst="rect">
            <a:avLst/>
          </a:prstGeom>
          <a:solidFill>
            <a:schemeClr val="dk1"/>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1"/>
              </a:solidFill>
              <a:latin typeface="Old Standard TT"/>
              <a:ea typeface="Old Standard TT"/>
              <a:cs typeface="Old Standard TT"/>
              <a:sym typeface="Old Standard TT"/>
            </a:endParaRPr>
          </a:p>
        </p:txBody>
      </p:sp>
      <p:sp>
        <p:nvSpPr>
          <p:cNvPr id="333" name="Google Shape;333;p60"/>
          <p:cNvSpPr txBox="1"/>
          <p:nvPr/>
        </p:nvSpPr>
        <p:spPr>
          <a:xfrm>
            <a:off x="758850" y="1415100"/>
            <a:ext cx="7626300" cy="2985402"/>
          </a:xfrm>
          <a:prstGeom prst="rect">
            <a:avLst/>
          </a:prstGeom>
          <a:noFill/>
          <a:ln>
            <a:noFill/>
          </a:ln>
        </p:spPr>
        <p:txBody>
          <a:bodyPr spcFirstLastPara="1" wrap="square" lIns="91425" tIns="91425" rIns="91425" bIns="91425" anchor="t" anchorCtr="0">
            <a:spAutoFit/>
          </a:bodyPr>
          <a:lstStyle/>
          <a:p>
            <a:pPr marL="457200" lvl="0" indent="-342900" algn="l" rtl="0">
              <a:spcBef>
                <a:spcPts val="1200"/>
              </a:spcBef>
              <a:spcAft>
                <a:spcPts val="0"/>
              </a:spcAft>
              <a:buClr>
                <a:schemeClr val="accent1"/>
              </a:buClr>
              <a:buSzPts val="1800"/>
              <a:buFont typeface="Old Standard TT"/>
              <a:buAutoNum type="arabicPeriod"/>
            </a:pPr>
            <a:r>
              <a:rPr lang="en-GB" sz="1800" dirty="0">
                <a:solidFill>
                  <a:schemeClr val="accent1"/>
                </a:solidFill>
                <a:latin typeface="Old Standard TT"/>
                <a:ea typeface="Old Standard TT"/>
                <a:cs typeface="Old Standard TT"/>
                <a:sym typeface="Old Standard TT"/>
              </a:rPr>
              <a:t>Make a list of all the things about your research that you find truly fascinating. Then choose one and write more about it</a:t>
            </a:r>
          </a:p>
          <a:p>
            <a:pPr marL="457200" lvl="0" indent="-342900" algn="l" rtl="0">
              <a:spcBef>
                <a:spcPts val="1200"/>
              </a:spcBef>
              <a:spcAft>
                <a:spcPts val="0"/>
              </a:spcAft>
              <a:buClr>
                <a:schemeClr val="accent1"/>
              </a:buClr>
              <a:buSzPts val="1800"/>
              <a:buFont typeface="Old Standard TT"/>
              <a:buAutoNum type="arabicPeriod"/>
            </a:pPr>
            <a:r>
              <a:rPr lang="en-GB" sz="1800" dirty="0">
                <a:solidFill>
                  <a:schemeClr val="accent1"/>
                </a:solidFill>
                <a:latin typeface="Old Standard TT"/>
                <a:ea typeface="Old Standard TT"/>
                <a:cs typeface="Old Standard TT"/>
                <a:sym typeface="Old Standard TT"/>
              </a:rPr>
              <a:t>Write about what you love most about your research.</a:t>
            </a:r>
          </a:p>
          <a:p>
            <a:pPr marL="457200" lvl="0" indent="-342900" algn="l" rtl="0">
              <a:spcBef>
                <a:spcPts val="0"/>
              </a:spcBef>
              <a:spcAft>
                <a:spcPts val="0"/>
              </a:spcAft>
              <a:buClr>
                <a:schemeClr val="accent1"/>
              </a:buClr>
              <a:buSzPts val="1800"/>
              <a:buFont typeface="Old Standard TT"/>
              <a:buAutoNum type="arabicPeriod"/>
            </a:pPr>
            <a:r>
              <a:rPr lang="en-GB" sz="1800" dirty="0">
                <a:solidFill>
                  <a:schemeClr val="accent1"/>
                </a:solidFill>
                <a:latin typeface="Old Standard TT"/>
                <a:ea typeface="Old Standard TT"/>
                <a:cs typeface="Old Standard TT"/>
                <a:sym typeface="Old Standard TT"/>
              </a:rPr>
              <a:t>Find an everyday metaphor that captures an important aspect of your research process or findings, such as food, a staircase, fog, a box, a river, a key, a door, a rock, a mountain, a window, a knot...</a:t>
            </a:r>
          </a:p>
          <a:p>
            <a:pPr marL="457200" lvl="0" indent="-342900" algn="l" rtl="0">
              <a:spcBef>
                <a:spcPts val="0"/>
              </a:spcBef>
              <a:spcAft>
                <a:spcPts val="0"/>
              </a:spcAft>
              <a:buClr>
                <a:schemeClr val="accent1"/>
              </a:buClr>
              <a:buSzPts val="1800"/>
              <a:buFont typeface="Old Standard TT"/>
              <a:buAutoNum type="arabicPeriod"/>
            </a:pPr>
            <a:r>
              <a:rPr lang="en-GB" sz="1800" dirty="0">
                <a:solidFill>
                  <a:schemeClr val="accent1"/>
                </a:solidFill>
                <a:latin typeface="Old Standard TT"/>
                <a:ea typeface="Old Standard TT"/>
                <a:cs typeface="Old Standard TT"/>
                <a:sym typeface="Old Standard TT"/>
              </a:rPr>
              <a:t>Write about your research starting with the words, “If only...”</a:t>
            </a:r>
          </a:p>
          <a:p>
            <a:pPr marL="457200" lvl="0" indent="-342900" algn="l" rtl="0">
              <a:spcBef>
                <a:spcPts val="0"/>
              </a:spcBef>
              <a:spcAft>
                <a:spcPts val="0"/>
              </a:spcAft>
              <a:buClr>
                <a:schemeClr val="accent1"/>
              </a:buClr>
              <a:buSzPts val="1800"/>
              <a:buFont typeface="Old Standard TT"/>
              <a:buAutoNum type="arabicPeriod"/>
            </a:pPr>
            <a:r>
              <a:rPr lang="en-GB" sz="1800" dirty="0">
                <a:solidFill>
                  <a:schemeClr val="accent1"/>
                </a:solidFill>
                <a:latin typeface="Old Standard TT"/>
              </a:rPr>
              <a:t>List the turning point or turning points in your research. Choose one and write about it.</a:t>
            </a:r>
          </a:p>
        </p:txBody>
      </p:sp>
      <p:sp>
        <p:nvSpPr>
          <p:cNvPr id="334" name="Google Shape;334;p60"/>
          <p:cNvSpPr txBox="1"/>
          <p:nvPr/>
        </p:nvSpPr>
        <p:spPr>
          <a:xfrm>
            <a:off x="493725" y="641975"/>
            <a:ext cx="6170400" cy="65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dirty="0">
                <a:solidFill>
                  <a:schemeClr val="accent1"/>
                </a:solidFill>
                <a:latin typeface="Old Standard TT"/>
                <a:ea typeface="Old Standard TT"/>
                <a:cs typeface="Old Standard TT"/>
                <a:sym typeface="Old Standard TT"/>
              </a:rPr>
              <a:t>Pick one, write!</a:t>
            </a:r>
            <a:endParaRPr sz="1800" b="1" dirty="0">
              <a:solidFill>
                <a:schemeClr val="accent1"/>
              </a:solidFill>
              <a:latin typeface="Old Standard TT"/>
              <a:ea typeface="Old Standard TT"/>
              <a:cs typeface="Old Standard TT"/>
              <a:sym typeface="Old Standard T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61"/>
          <p:cNvSpPr txBox="1">
            <a:spLocks noGrp="1"/>
          </p:cNvSpPr>
          <p:nvPr>
            <p:ph type="ctrTitle"/>
          </p:nvPr>
        </p:nvSpPr>
        <p:spPr>
          <a:xfrm>
            <a:off x="512700" y="1893300"/>
            <a:ext cx="8118600" cy="1522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900" dirty="0"/>
              <a:t>The law of avoidance</a:t>
            </a:r>
            <a:endParaRPr sz="3900" dirty="0"/>
          </a:p>
        </p:txBody>
      </p:sp>
      <p:sp>
        <p:nvSpPr>
          <p:cNvPr id="340" name="Google Shape;340;p61"/>
          <p:cNvSpPr txBox="1">
            <a:spLocks noGrp="1"/>
          </p:cNvSpPr>
          <p:nvPr>
            <p:ph type="subTitle" idx="1"/>
          </p:nvPr>
        </p:nvSpPr>
        <p:spPr>
          <a:xfrm>
            <a:off x="512700" y="3693089"/>
            <a:ext cx="8118600" cy="787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dirty="0"/>
              <a:t>Manson (2023) adapted by </a:t>
            </a:r>
            <a:r>
              <a:rPr lang="en" sz="1800" dirty="0" err="1"/>
              <a:t>urdimbre</a:t>
            </a:r>
            <a:endParaRPr sz="1800" dirty="0"/>
          </a:p>
          <a:p>
            <a:pPr marL="0" lvl="0" indent="0" algn="l" rtl="0">
              <a:spcBef>
                <a:spcPts val="0"/>
              </a:spcBef>
              <a:spcAft>
                <a:spcPts val="0"/>
              </a:spcAft>
              <a:buNone/>
            </a:pPr>
            <a:endParaRPr sz="1800" dirty="0"/>
          </a:p>
          <a:p>
            <a:pPr marL="0" lvl="0" indent="0" algn="l" rtl="0">
              <a:spcBef>
                <a:spcPts val="0"/>
              </a:spcBef>
              <a:spcAft>
                <a:spcPts val="0"/>
              </a:spcAft>
              <a:buNone/>
            </a:pPr>
            <a:endParaRPr sz="1800" dirty="0"/>
          </a:p>
          <a:p>
            <a:pPr marL="0" lvl="0" indent="0" algn="l" rtl="0">
              <a:spcBef>
                <a:spcPts val="0"/>
              </a:spcBef>
              <a:spcAft>
                <a:spcPts val="0"/>
              </a:spcAft>
              <a:buClr>
                <a:schemeClr val="dk1"/>
              </a:buClr>
              <a:buSzPts val="1100"/>
              <a:buFont typeface="Arial"/>
              <a:buNone/>
            </a:pPr>
            <a:endParaRPr sz="1800" dirty="0"/>
          </a:p>
          <a:p>
            <a:pPr marL="0" lvl="0" indent="0" algn="l" rtl="0">
              <a:spcBef>
                <a:spcPts val="0"/>
              </a:spcBef>
              <a:spcAft>
                <a:spcPts val="0"/>
              </a:spcAft>
              <a:buNone/>
            </a:pPr>
            <a:endParaRPr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6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a:t>
            </a:fld>
            <a:endParaRPr/>
          </a:p>
        </p:txBody>
      </p:sp>
      <p:sp>
        <p:nvSpPr>
          <p:cNvPr id="346" name="Google Shape;346;p62"/>
          <p:cNvSpPr txBox="1">
            <a:spLocks noGrp="1"/>
          </p:cNvSpPr>
          <p:nvPr>
            <p:ph type="body" idx="3"/>
          </p:nvPr>
        </p:nvSpPr>
        <p:spPr>
          <a:xfrm>
            <a:off x="196951" y="196725"/>
            <a:ext cx="18606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Ejercicio de escritura libre</a:t>
            </a:r>
            <a:endParaRPr/>
          </a:p>
        </p:txBody>
      </p:sp>
      <p:pic>
        <p:nvPicPr>
          <p:cNvPr id="347" name="Google Shape;347;p62"/>
          <p:cNvPicPr preferRelativeResize="0"/>
          <p:nvPr/>
        </p:nvPicPr>
        <p:blipFill>
          <a:blip r:embed="rId3">
            <a:alphaModFix/>
          </a:blip>
          <a:stretch>
            <a:fillRect/>
          </a:stretch>
        </p:blipFill>
        <p:spPr>
          <a:xfrm>
            <a:off x="5281838" y="853513"/>
            <a:ext cx="3611374" cy="3611374"/>
          </a:xfrm>
          <a:prstGeom prst="rect">
            <a:avLst/>
          </a:prstGeom>
          <a:noFill/>
          <a:ln>
            <a:noFill/>
          </a:ln>
        </p:spPr>
      </p:pic>
      <p:pic>
        <p:nvPicPr>
          <p:cNvPr id="348" name="Google Shape;348;p62"/>
          <p:cNvPicPr preferRelativeResize="0"/>
          <p:nvPr/>
        </p:nvPicPr>
        <p:blipFill>
          <a:blip r:embed="rId4">
            <a:alphaModFix/>
          </a:blip>
          <a:stretch>
            <a:fillRect/>
          </a:stretch>
        </p:blipFill>
        <p:spPr>
          <a:xfrm>
            <a:off x="197375" y="1251100"/>
            <a:ext cx="4873298" cy="26413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6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a:t>
            </a:fld>
            <a:endParaRPr/>
          </a:p>
        </p:txBody>
      </p:sp>
      <p:sp>
        <p:nvSpPr>
          <p:cNvPr id="354" name="Google Shape;354;p63"/>
          <p:cNvSpPr txBox="1">
            <a:spLocks noGrp="1"/>
          </p:cNvSpPr>
          <p:nvPr>
            <p:ph type="body" idx="3"/>
          </p:nvPr>
        </p:nvSpPr>
        <p:spPr>
          <a:xfrm>
            <a:off x="196951" y="196725"/>
            <a:ext cx="18606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Ejercicio de escritura libre</a:t>
            </a:r>
            <a:endParaRPr/>
          </a:p>
        </p:txBody>
      </p:sp>
      <p:pic>
        <p:nvPicPr>
          <p:cNvPr id="355" name="Google Shape;355;p63"/>
          <p:cNvPicPr preferRelativeResize="0"/>
          <p:nvPr/>
        </p:nvPicPr>
        <p:blipFill>
          <a:blip r:embed="rId3">
            <a:alphaModFix/>
          </a:blip>
          <a:stretch>
            <a:fillRect/>
          </a:stretch>
        </p:blipFill>
        <p:spPr>
          <a:xfrm>
            <a:off x="563050" y="588988"/>
            <a:ext cx="2988700" cy="4156024"/>
          </a:xfrm>
          <a:prstGeom prst="rect">
            <a:avLst/>
          </a:prstGeom>
          <a:noFill/>
          <a:ln>
            <a:noFill/>
          </a:ln>
        </p:spPr>
      </p:pic>
      <p:pic>
        <p:nvPicPr>
          <p:cNvPr id="356" name="Google Shape;356;p63"/>
          <p:cNvPicPr preferRelativeResize="0"/>
          <p:nvPr/>
        </p:nvPicPr>
        <p:blipFill>
          <a:blip r:embed="rId4">
            <a:alphaModFix/>
          </a:blip>
          <a:stretch>
            <a:fillRect/>
          </a:stretch>
        </p:blipFill>
        <p:spPr>
          <a:xfrm>
            <a:off x="4948750" y="152400"/>
            <a:ext cx="3373403" cy="48386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6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a:t>
            </a:fld>
            <a:endParaRPr/>
          </a:p>
        </p:txBody>
      </p:sp>
      <p:sp>
        <p:nvSpPr>
          <p:cNvPr id="362" name="Google Shape;362;p64"/>
          <p:cNvSpPr txBox="1">
            <a:spLocks noGrp="1"/>
          </p:cNvSpPr>
          <p:nvPr>
            <p:ph type="body" idx="3"/>
          </p:nvPr>
        </p:nvSpPr>
        <p:spPr>
          <a:xfrm>
            <a:off x="196951" y="196725"/>
            <a:ext cx="18606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Ejercicio de escritura libre</a:t>
            </a:r>
            <a:endParaRPr/>
          </a:p>
        </p:txBody>
      </p:sp>
      <p:pic>
        <p:nvPicPr>
          <p:cNvPr id="363" name="Google Shape;363;p64"/>
          <p:cNvPicPr preferRelativeResize="0"/>
          <p:nvPr/>
        </p:nvPicPr>
        <p:blipFill>
          <a:blip r:embed="rId3">
            <a:alphaModFix/>
          </a:blip>
          <a:stretch>
            <a:fillRect/>
          </a:stretch>
        </p:blipFill>
        <p:spPr>
          <a:xfrm>
            <a:off x="563050" y="588988"/>
            <a:ext cx="2988700" cy="4156024"/>
          </a:xfrm>
          <a:prstGeom prst="rect">
            <a:avLst/>
          </a:prstGeom>
          <a:noFill/>
          <a:ln>
            <a:noFill/>
          </a:ln>
        </p:spPr>
      </p:pic>
      <p:sp>
        <p:nvSpPr>
          <p:cNvPr id="364" name="Google Shape;364;p64"/>
          <p:cNvSpPr txBox="1"/>
          <p:nvPr/>
        </p:nvSpPr>
        <p:spPr>
          <a:xfrm>
            <a:off x="4475375" y="793125"/>
            <a:ext cx="4468328" cy="1441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dirty="0">
                <a:solidFill>
                  <a:schemeClr val="dk2"/>
                </a:solidFill>
                <a:latin typeface="DM Sans"/>
                <a:ea typeface="DM Sans"/>
                <a:cs typeface="DM Sans"/>
                <a:sym typeface="DM Sans"/>
              </a:rPr>
              <a:t>Law of avoidance:</a:t>
            </a:r>
            <a:endParaRPr sz="2000" dirty="0">
              <a:solidFill>
                <a:schemeClr val="dk2"/>
              </a:solidFill>
              <a:latin typeface="DM Sans"/>
              <a:ea typeface="DM Sans"/>
              <a:cs typeface="DM Sans"/>
              <a:sym typeface="DM Sans"/>
            </a:endParaRPr>
          </a:p>
          <a:p>
            <a:pPr marL="0" lvl="0" indent="0" algn="ctr" rtl="0">
              <a:spcBef>
                <a:spcPts val="0"/>
              </a:spcBef>
              <a:spcAft>
                <a:spcPts val="0"/>
              </a:spcAft>
              <a:buNone/>
            </a:pPr>
            <a:r>
              <a:rPr lang="en" sz="2000" dirty="0">
                <a:solidFill>
                  <a:schemeClr val="accent1"/>
                </a:solidFill>
              </a:rPr>
              <a:t>“The more that something threatens your identity, the more you’ll avoid it”. </a:t>
            </a:r>
            <a:endParaRPr sz="2000" dirty="0">
              <a:solidFill>
                <a:schemeClr val="accent1"/>
              </a:solidFill>
            </a:endParaRPr>
          </a:p>
          <a:p>
            <a:pPr marL="0" lvl="0" indent="0" algn="l" rtl="0">
              <a:spcBef>
                <a:spcPts val="0"/>
              </a:spcBef>
              <a:spcAft>
                <a:spcPts val="0"/>
              </a:spcAft>
              <a:buNone/>
            </a:pPr>
            <a:endParaRPr sz="2000" dirty="0">
              <a:solidFill>
                <a:schemeClr val="dk2"/>
              </a:solidFill>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6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a:t>
            </a:fld>
            <a:endParaRPr/>
          </a:p>
        </p:txBody>
      </p:sp>
      <p:sp>
        <p:nvSpPr>
          <p:cNvPr id="370" name="Google Shape;370;p65"/>
          <p:cNvSpPr txBox="1">
            <a:spLocks noGrp="1"/>
          </p:cNvSpPr>
          <p:nvPr>
            <p:ph type="body" idx="3"/>
          </p:nvPr>
        </p:nvSpPr>
        <p:spPr>
          <a:xfrm>
            <a:off x="196951" y="196725"/>
            <a:ext cx="18606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Ejercicio de escritura libre</a:t>
            </a:r>
            <a:endParaRPr/>
          </a:p>
        </p:txBody>
      </p:sp>
      <p:pic>
        <p:nvPicPr>
          <p:cNvPr id="371" name="Google Shape;371;p65"/>
          <p:cNvPicPr preferRelativeResize="0"/>
          <p:nvPr/>
        </p:nvPicPr>
        <p:blipFill>
          <a:blip r:embed="rId3">
            <a:alphaModFix/>
          </a:blip>
          <a:stretch>
            <a:fillRect/>
          </a:stretch>
        </p:blipFill>
        <p:spPr>
          <a:xfrm>
            <a:off x="563050" y="588988"/>
            <a:ext cx="2988700" cy="4156024"/>
          </a:xfrm>
          <a:prstGeom prst="rect">
            <a:avLst/>
          </a:prstGeom>
          <a:noFill/>
          <a:ln>
            <a:noFill/>
          </a:ln>
        </p:spPr>
      </p:pic>
      <p:sp>
        <p:nvSpPr>
          <p:cNvPr id="373" name="Google Shape;373;p65"/>
          <p:cNvSpPr txBox="1"/>
          <p:nvPr/>
        </p:nvSpPr>
        <p:spPr>
          <a:xfrm>
            <a:off x="4998325" y="2234325"/>
            <a:ext cx="1102800" cy="79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dirty="0">
                <a:solidFill>
                  <a:schemeClr val="dk2"/>
                </a:solidFill>
                <a:latin typeface="DM Sans"/>
                <a:ea typeface="DM Sans"/>
                <a:cs typeface="DM Sans"/>
                <a:sym typeface="DM Sans"/>
              </a:rPr>
              <a:t>Negative stuff</a:t>
            </a:r>
            <a:endParaRPr sz="1500" dirty="0">
              <a:solidFill>
                <a:schemeClr val="dk2"/>
              </a:solidFill>
              <a:latin typeface="DM Sans"/>
              <a:ea typeface="DM Sans"/>
              <a:cs typeface="DM Sans"/>
              <a:sym typeface="DM Sans"/>
            </a:endParaRPr>
          </a:p>
        </p:txBody>
      </p:sp>
      <p:sp>
        <p:nvSpPr>
          <p:cNvPr id="374" name="Google Shape;374;p65"/>
          <p:cNvSpPr txBox="1"/>
          <p:nvPr/>
        </p:nvSpPr>
        <p:spPr>
          <a:xfrm>
            <a:off x="5416850" y="2892000"/>
            <a:ext cx="1102800" cy="171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dirty="0">
                <a:solidFill>
                  <a:schemeClr val="hlink"/>
                </a:solidFill>
                <a:latin typeface="DM Sans"/>
                <a:ea typeface="DM Sans"/>
                <a:cs typeface="DM Sans"/>
                <a:sym typeface="DM Sans"/>
              </a:rPr>
              <a:t>Failiure</a:t>
            </a:r>
            <a:endParaRPr dirty="0">
              <a:solidFill>
                <a:schemeClr val="hlink"/>
              </a:solidFill>
              <a:latin typeface="DM Sans"/>
              <a:ea typeface="DM Sans"/>
              <a:cs typeface="DM Sans"/>
              <a:sym typeface="DM Sans"/>
            </a:endParaRPr>
          </a:p>
          <a:p>
            <a:pPr marL="0" lvl="0" indent="0" algn="l" rtl="0">
              <a:spcBef>
                <a:spcPts val="0"/>
              </a:spcBef>
              <a:spcAft>
                <a:spcPts val="0"/>
              </a:spcAft>
              <a:buNone/>
            </a:pPr>
            <a:r>
              <a:rPr lang="es-419" dirty="0">
                <a:solidFill>
                  <a:schemeClr val="hlink"/>
                </a:solidFill>
                <a:latin typeface="DM Sans"/>
                <a:ea typeface="DM Sans"/>
                <a:cs typeface="DM Sans"/>
                <a:sym typeface="DM Sans"/>
              </a:rPr>
              <a:t>Lost</a:t>
            </a:r>
            <a:endParaRPr dirty="0">
              <a:solidFill>
                <a:schemeClr val="hlink"/>
              </a:solidFill>
              <a:latin typeface="DM Sans"/>
              <a:ea typeface="DM Sans"/>
              <a:cs typeface="DM Sans"/>
              <a:sym typeface="DM Sans"/>
            </a:endParaRPr>
          </a:p>
          <a:p>
            <a:pPr marL="0" lvl="0" indent="0" algn="l" rtl="0">
              <a:spcBef>
                <a:spcPts val="0"/>
              </a:spcBef>
              <a:spcAft>
                <a:spcPts val="0"/>
              </a:spcAft>
              <a:buClr>
                <a:schemeClr val="hlink"/>
              </a:buClr>
              <a:buSzPts val="1100"/>
              <a:buFont typeface="Arial"/>
              <a:buNone/>
            </a:pPr>
            <a:r>
              <a:rPr lang="en" dirty="0">
                <a:solidFill>
                  <a:schemeClr val="hlink"/>
                </a:solidFill>
                <a:latin typeface="DM Sans"/>
                <a:ea typeface="DM Sans"/>
                <a:cs typeface="DM Sans"/>
                <a:sym typeface="DM Sans"/>
              </a:rPr>
              <a:t>Rejection</a:t>
            </a:r>
            <a:endParaRPr dirty="0">
              <a:solidFill>
                <a:schemeClr val="dk2"/>
              </a:solidFill>
              <a:latin typeface="DM Sans"/>
              <a:ea typeface="DM Sans"/>
              <a:cs typeface="DM Sans"/>
              <a:sym typeface="DM Sans"/>
            </a:endParaRPr>
          </a:p>
        </p:txBody>
      </p:sp>
      <p:sp>
        <p:nvSpPr>
          <p:cNvPr id="2" name="Google Shape;364;p64">
            <a:extLst>
              <a:ext uri="{FF2B5EF4-FFF2-40B4-BE49-F238E27FC236}">
                <a16:creationId xmlns:a16="http://schemas.microsoft.com/office/drawing/2014/main" id="{D18499B0-F759-ED74-8309-6B4F8FE2AE43}"/>
              </a:ext>
            </a:extLst>
          </p:cNvPr>
          <p:cNvSpPr txBox="1"/>
          <p:nvPr/>
        </p:nvSpPr>
        <p:spPr>
          <a:xfrm>
            <a:off x="4475375" y="793125"/>
            <a:ext cx="4468328" cy="1441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dirty="0">
                <a:solidFill>
                  <a:schemeClr val="dk2"/>
                </a:solidFill>
                <a:latin typeface="DM Sans"/>
                <a:ea typeface="DM Sans"/>
                <a:cs typeface="DM Sans"/>
                <a:sym typeface="DM Sans"/>
              </a:rPr>
              <a:t>Law of avoidance:</a:t>
            </a:r>
            <a:endParaRPr sz="2000" dirty="0">
              <a:solidFill>
                <a:schemeClr val="dk2"/>
              </a:solidFill>
              <a:latin typeface="DM Sans"/>
              <a:ea typeface="DM Sans"/>
              <a:cs typeface="DM Sans"/>
              <a:sym typeface="DM Sans"/>
            </a:endParaRPr>
          </a:p>
          <a:p>
            <a:pPr marL="0" lvl="0" indent="0" algn="ctr" rtl="0">
              <a:spcBef>
                <a:spcPts val="0"/>
              </a:spcBef>
              <a:spcAft>
                <a:spcPts val="0"/>
              </a:spcAft>
              <a:buNone/>
            </a:pPr>
            <a:r>
              <a:rPr lang="en" sz="2000" dirty="0">
                <a:solidFill>
                  <a:schemeClr val="accent1"/>
                </a:solidFill>
              </a:rPr>
              <a:t>“The more that something threatens your identity, the more you’ll avoid it”. </a:t>
            </a:r>
            <a:endParaRPr sz="2000" dirty="0">
              <a:solidFill>
                <a:schemeClr val="accent1"/>
              </a:solidFill>
            </a:endParaRPr>
          </a:p>
          <a:p>
            <a:pPr marL="0" lvl="0" indent="0" algn="l" rtl="0">
              <a:spcBef>
                <a:spcPts val="0"/>
              </a:spcBef>
              <a:spcAft>
                <a:spcPts val="0"/>
              </a:spcAft>
              <a:buNone/>
            </a:pPr>
            <a:endParaRPr sz="2000" dirty="0">
              <a:solidFill>
                <a:schemeClr val="dk2"/>
              </a:solidFill>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6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9</a:t>
            </a:fld>
            <a:endParaRPr/>
          </a:p>
        </p:txBody>
      </p:sp>
      <p:sp>
        <p:nvSpPr>
          <p:cNvPr id="380" name="Google Shape;380;p66"/>
          <p:cNvSpPr txBox="1">
            <a:spLocks noGrp="1"/>
          </p:cNvSpPr>
          <p:nvPr>
            <p:ph type="body" idx="3"/>
          </p:nvPr>
        </p:nvSpPr>
        <p:spPr>
          <a:xfrm>
            <a:off x="196951" y="196725"/>
            <a:ext cx="18606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Ejercicio de escritura libre</a:t>
            </a:r>
            <a:endParaRPr/>
          </a:p>
        </p:txBody>
      </p:sp>
      <p:pic>
        <p:nvPicPr>
          <p:cNvPr id="381" name="Google Shape;381;p66"/>
          <p:cNvPicPr preferRelativeResize="0"/>
          <p:nvPr/>
        </p:nvPicPr>
        <p:blipFill>
          <a:blip r:embed="rId3">
            <a:alphaModFix/>
          </a:blip>
          <a:stretch>
            <a:fillRect/>
          </a:stretch>
        </p:blipFill>
        <p:spPr>
          <a:xfrm>
            <a:off x="563050" y="588988"/>
            <a:ext cx="2988700" cy="4156024"/>
          </a:xfrm>
          <a:prstGeom prst="rect">
            <a:avLst/>
          </a:prstGeom>
          <a:noFill/>
          <a:ln>
            <a:noFill/>
          </a:ln>
        </p:spPr>
      </p:pic>
      <p:sp>
        <p:nvSpPr>
          <p:cNvPr id="383" name="Google Shape;383;p66"/>
          <p:cNvSpPr txBox="1"/>
          <p:nvPr/>
        </p:nvSpPr>
        <p:spPr>
          <a:xfrm>
            <a:off x="7319275" y="2251500"/>
            <a:ext cx="1496700" cy="64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dirty="0">
                <a:solidFill>
                  <a:schemeClr val="dk2"/>
                </a:solidFill>
                <a:latin typeface="DM Sans"/>
                <a:ea typeface="DM Sans"/>
                <a:cs typeface="DM Sans"/>
                <a:sym typeface="DM Sans"/>
              </a:rPr>
              <a:t>Positive stuff</a:t>
            </a:r>
            <a:endParaRPr sz="1500" dirty="0">
              <a:solidFill>
                <a:schemeClr val="dk2"/>
              </a:solidFill>
              <a:latin typeface="DM Sans"/>
              <a:ea typeface="DM Sans"/>
              <a:cs typeface="DM Sans"/>
              <a:sym typeface="DM Sans"/>
            </a:endParaRPr>
          </a:p>
        </p:txBody>
      </p:sp>
      <p:sp>
        <p:nvSpPr>
          <p:cNvPr id="386" name="Google Shape;386;p66"/>
          <p:cNvSpPr txBox="1"/>
          <p:nvPr/>
        </p:nvSpPr>
        <p:spPr>
          <a:xfrm>
            <a:off x="7677750" y="2892000"/>
            <a:ext cx="13434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dirty="0">
                <a:solidFill>
                  <a:schemeClr val="hlink"/>
                </a:solidFill>
                <a:latin typeface="DM Sans"/>
                <a:ea typeface="DM Sans"/>
                <a:cs typeface="DM Sans"/>
                <a:sym typeface="DM Sans"/>
              </a:rPr>
              <a:t>Success</a:t>
            </a:r>
            <a:endParaRPr dirty="0">
              <a:solidFill>
                <a:schemeClr val="hlink"/>
              </a:solidFill>
              <a:latin typeface="DM Sans"/>
              <a:ea typeface="DM Sans"/>
              <a:cs typeface="DM Sans"/>
              <a:sym typeface="DM Sans"/>
            </a:endParaRPr>
          </a:p>
          <a:p>
            <a:pPr marL="0" lvl="0" indent="0" algn="l" rtl="0">
              <a:spcBef>
                <a:spcPts val="0"/>
              </a:spcBef>
              <a:spcAft>
                <a:spcPts val="0"/>
              </a:spcAft>
              <a:buNone/>
            </a:pPr>
            <a:r>
              <a:rPr lang="es-419" dirty="0">
                <a:solidFill>
                  <a:schemeClr val="hlink"/>
                </a:solidFill>
                <a:latin typeface="DM Sans"/>
                <a:ea typeface="DM Sans"/>
                <a:cs typeface="DM Sans"/>
                <a:sym typeface="DM Sans"/>
              </a:rPr>
              <a:t>Love</a:t>
            </a:r>
            <a:endParaRPr dirty="0">
              <a:solidFill>
                <a:schemeClr val="hlink"/>
              </a:solidFill>
              <a:latin typeface="DM Sans"/>
              <a:ea typeface="DM Sans"/>
              <a:cs typeface="DM Sans"/>
              <a:sym typeface="DM Sans"/>
            </a:endParaRPr>
          </a:p>
          <a:p>
            <a:pPr marL="0" lvl="0" indent="0" algn="l" rtl="0">
              <a:spcBef>
                <a:spcPts val="0"/>
              </a:spcBef>
              <a:spcAft>
                <a:spcPts val="0"/>
              </a:spcAft>
              <a:buNone/>
            </a:pPr>
            <a:r>
              <a:rPr lang="en" dirty="0" err="1">
                <a:solidFill>
                  <a:schemeClr val="hlink"/>
                </a:solidFill>
                <a:latin typeface="DM Sans"/>
                <a:ea typeface="DM Sans"/>
                <a:cs typeface="DM Sans"/>
                <a:sym typeface="DM Sans"/>
              </a:rPr>
              <a:t>Happyness</a:t>
            </a:r>
            <a:endParaRPr sz="1700" dirty="0">
              <a:latin typeface="DM Sans"/>
              <a:ea typeface="DM Sans"/>
              <a:cs typeface="DM Sans"/>
              <a:sym typeface="DM Sans"/>
            </a:endParaRPr>
          </a:p>
        </p:txBody>
      </p:sp>
      <p:sp>
        <p:nvSpPr>
          <p:cNvPr id="2" name="Google Shape;373;p65">
            <a:extLst>
              <a:ext uri="{FF2B5EF4-FFF2-40B4-BE49-F238E27FC236}">
                <a16:creationId xmlns:a16="http://schemas.microsoft.com/office/drawing/2014/main" id="{0B3CF883-484F-1ABE-F2DF-A67F1211A324}"/>
              </a:ext>
            </a:extLst>
          </p:cNvPr>
          <p:cNvSpPr txBox="1"/>
          <p:nvPr/>
        </p:nvSpPr>
        <p:spPr>
          <a:xfrm>
            <a:off x="4998325" y="2234325"/>
            <a:ext cx="1102800" cy="79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dirty="0">
                <a:solidFill>
                  <a:schemeClr val="dk2"/>
                </a:solidFill>
                <a:latin typeface="DM Sans"/>
                <a:ea typeface="DM Sans"/>
                <a:cs typeface="DM Sans"/>
                <a:sym typeface="DM Sans"/>
              </a:rPr>
              <a:t>Negative stuff</a:t>
            </a:r>
            <a:endParaRPr sz="1500" dirty="0">
              <a:solidFill>
                <a:schemeClr val="dk2"/>
              </a:solidFill>
              <a:latin typeface="DM Sans"/>
              <a:ea typeface="DM Sans"/>
              <a:cs typeface="DM Sans"/>
              <a:sym typeface="DM Sans"/>
            </a:endParaRPr>
          </a:p>
        </p:txBody>
      </p:sp>
      <p:sp>
        <p:nvSpPr>
          <p:cNvPr id="3" name="Google Shape;374;p65">
            <a:extLst>
              <a:ext uri="{FF2B5EF4-FFF2-40B4-BE49-F238E27FC236}">
                <a16:creationId xmlns:a16="http://schemas.microsoft.com/office/drawing/2014/main" id="{ACA48ED2-E5F6-9950-D68A-A9037F191814}"/>
              </a:ext>
            </a:extLst>
          </p:cNvPr>
          <p:cNvSpPr txBox="1"/>
          <p:nvPr/>
        </p:nvSpPr>
        <p:spPr>
          <a:xfrm>
            <a:off x="5416850" y="2892000"/>
            <a:ext cx="1102800" cy="171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dirty="0">
                <a:solidFill>
                  <a:schemeClr val="hlink"/>
                </a:solidFill>
                <a:latin typeface="DM Sans"/>
                <a:ea typeface="DM Sans"/>
                <a:cs typeface="DM Sans"/>
                <a:sym typeface="DM Sans"/>
              </a:rPr>
              <a:t>Failiure</a:t>
            </a:r>
            <a:endParaRPr dirty="0">
              <a:solidFill>
                <a:schemeClr val="hlink"/>
              </a:solidFill>
              <a:latin typeface="DM Sans"/>
              <a:ea typeface="DM Sans"/>
              <a:cs typeface="DM Sans"/>
              <a:sym typeface="DM Sans"/>
            </a:endParaRPr>
          </a:p>
          <a:p>
            <a:pPr marL="0" lvl="0" indent="0" algn="l" rtl="0">
              <a:spcBef>
                <a:spcPts val="0"/>
              </a:spcBef>
              <a:spcAft>
                <a:spcPts val="0"/>
              </a:spcAft>
              <a:buNone/>
            </a:pPr>
            <a:r>
              <a:rPr lang="es-419" dirty="0">
                <a:solidFill>
                  <a:schemeClr val="hlink"/>
                </a:solidFill>
                <a:latin typeface="DM Sans"/>
                <a:ea typeface="DM Sans"/>
                <a:cs typeface="DM Sans"/>
                <a:sym typeface="DM Sans"/>
              </a:rPr>
              <a:t>Lost</a:t>
            </a:r>
            <a:endParaRPr dirty="0">
              <a:solidFill>
                <a:schemeClr val="hlink"/>
              </a:solidFill>
              <a:latin typeface="DM Sans"/>
              <a:ea typeface="DM Sans"/>
              <a:cs typeface="DM Sans"/>
              <a:sym typeface="DM Sans"/>
            </a:endParaRPr>
          </a:p>
          <a:p>
            <a:pPr marL="0" lvl="0" indent="0" algn="l" rtl="0">
              <a:spcBef>
                <a:spcPts val="0"/>
              </a:spcBef>
              <a:spcAft>
                <a:spcPts val="0"/>
              </a:spcAft>
              <a:buClr>
                <a:schemeClr val="hlink"/>
              </a:buClr>
              <a:buSzPts val="1100"/>
              <a:buFont typeface="Arial"/>
              <a:buNone/>
            </a:pPr>
            <a:r>
              <a:rPr lang="en" dirty="0">
                <a:solidFill>
                  <a:schemeClr val="hlink"/>
                </a:solidFill>
                <a:latin typeface="DM Sans"/>
                <a:ea typeface="DM Sans"/>
                <a:cs typeface="DM Sans"/>
                <a:sym typeface="DM Sans"/>
              </a:rPr>
              <a:t>Rejection</a:t>
            </a:r>
            <a:endParaRPr dirty="0">
              <a:solidFill>
                <a:schemeClr val="dk2"/>
              </a:solidFill>
              <a:latin typeface="DM Sans"/>
              <a:ea typeface="DM Sans"/>
              <a:cs typeface="DM Sans"/>
              <a:sym typeface="DM Sans"/>
            </a:endParaRPr>
          </a:p>
        </p:txBody>
      </p:sp>
      <p:sp>
        <p:nvSpPr>
          <p:cNvPr id="4" name="Google Shape;364;p64">
            <a:extLst>
              <a:ext uri="{FF2B5EF4-FFF2-40B4-BE49-F238E27FC236}">
                <a16:creationId xmlns:a16="http://schemas.microsoft.com/office/drawing/2014/main" id="{5CFB35AB-EB10-CA44-9F35-494525FDD1AD}"/>
              </a:ext>
            </a:extLst>
          </p:cNvPr>
          <p:cNvSpPr txBox="1"/>
          <p:nvPr/>
        </p:nvSpPr>
        <p:spPr>
          <a:xfrm>
            <a:off x="4475375" y="793125"/>
            <a:ext cx="4468328" cy="1441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dirty="0">
                <a:solidFill>
                  <a:schemeClr val="dk2"/>
                </a:solidFill>
                <a:latin typeface="DM Sans"/>
                <a:ea typeface="DM Sans"/>
                <a:cs typeface="DM Sans"/>
                <a:sym typeface="DM Sans"/>
              </a:rPr>
              <a:t>Law of avoidance:</a:t>
            </a:r>
            <a:endParaRPr sz="2000" dirty="0">
              <a:solidFill>
                <a:schemeClr val="dk2"/>
              </a:solidFill>
              <a:latin typeface="DM Sans"/>
              <a:ea typeface="DM Sans"/>
              <a:cs typeface="DM Sans"/>
              <a:sym typeface="DM Sans"/>
            </a:endParaRPr>
          </a:p>
          <a:p>
            <a:pPr marL="0" lvl="0" indent="0" algn="ctr" rtl="0">
              <a:spcBef>
                <a:spcPts val="0"/>
              </a:spcBef>
              <a:spcAft>
                <a:spcPts val="0"/>
              </a:spcAft>
              <a:buNone/>
            </a:pPr>
            <a:r>
              <a:rPr lang="en" sz="2000" dirty="0">
                <a:solidFill>
                  <a:schemeClr val="accent1"/>
                </a:solidFill>
              </a:rPr>
              <a:t>“The more that something threatens your identity, the more you’ll avoid it”. </a:t>
            </a:r>
            <a:endParaRPr sz="2000" dirty="0">
              <a:solidFill>
                <a:schemeClr val="accent1"/>
              </a:solidFill>
            </a:endParaRPr>
          </a:p>
          <a:p>
            <a:pPr marL="0" lvl="0" indent="0" algn="l" rtl="0">
              <a:spcBef>
                <a:spcPts val="0"/>
              </a:spcBef>
              <a:spcAft>
                <a:spcPts val="0"/>
              </a:spcAft>
              <a:buNone/>
            </a:pPr>
            <a:endParaRPr sz="2000" dirty="0">
              <a:solidFill>
                <a:schemeClr val="dk2"/>
              </a:solidFill>
              <a:latin typeface="DM Sans"/>
              <a:ea typeface="DM Sans"/>
              <a:cs typeface="DM Sans"/>
              <a:sym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6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10</a:t>
            </a:fld>
            <a:endParaRPr/>
          </a:p>
        </p:txBody>
      </p:sp>
      <p:sp>
        <p:nvSpPr>
          <p:cNvPr id="392" name="Google Shape;392;p67"/>
          <p:cNvSpPr txBox="1">
            <a:spLocks noGrp="1"/>
          </p:cNvSpPr>
          <p:nvPr>
            <p:ph type="subTitle" idx="1"/>
          </p:nvPr>
        </p:nvSpPr>
        <p:spPr>
          <a:xfrm>
            <a:off x="975300" y="1972046"/>
            <a:ext cx="7193400" cy="1877407"/>
          </a:xfrm>
          <a:prstGeom prst="rect">
            <a:avLst/>
          </a:prstGeom>
        </p:spPr>
        <p:txBody>
          <a:bodyPr spcFirstLastPara="1" wrap="square" lIns="91425" tIns="91425" rIns="91425" bIns="91425" anchor="ctr" anchorCtr="0">
            <a:spAutoFit/>
          </a:bodyPr>
          <a:lstStyle/>
          <a:p>
            <a:pPr marL="0" lvl="0" indent="0"/>
            <a:r>
              <a:rPr lang="en-GB" sz="2400" dirty="0"/>
              <a:t>The healthiest identity is a flexible, open one</a:t>
            </a:r>
            <a:r>
              <a:rPr lang="en" sz="2400" dirty="0"/>
              <a:t>. The best answer to the question "¿Who am I?" Is always "I don’t know; lets find out".</a:t>
            </a:r>
            <a:endParaRPr sz="2400" dirty="0"/>
          </a:p>
          <a:p>
            <a:pPr marL="0" lvl="0" indent="0" algn="r" rtl="0">
              <a:spcBef>
                <a:spcPts val="1200"/>
              </a:spcBef>
              <a:spcAft>
                <a:spcPts val="1200"/>
              </a:spcAft>
              <a:buNone/>
            </a:pPr>
            <a:r>
              <a:rPr lang="en" sz="1800" dirty="0"/>
              <a:t>Mark Manson</a:t>
            </a:r>
            <a:endParaRPr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68"/>
          <p:cNvSpPr txBox="1"/>
          <p:nvPr/>
        </p:nvSpPr>
        <p:spPr>
          <a:xfrm>
            <a:off x="623575" y="505250"/>
            <a:ext cx="7930500" cy="392925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s-419" sz="2000" b="1" dirty="0">
                <a:solidFill>
                  <a:schemeClr val="hlink"/>
                </a:solidFill>
                <a:latin typeface="DM Sans"/>
                <a:ea typeface="DM Sans"/>
                <a:cs typeface="DM Sans"/>
                <a:sym typeface="DM Sans"/>
              </a:rPr>
              <a:t>Excercise (free writing again)</a:t>
            </a:r>
            <a:endParaRPr sz="2000" b="1" dirty="0">
              <a:solidFill>
                <a:schemeClr val="hlink"/>
              </a:solidFill>
              <a:latin typeface="DM Sans"/>
              <a:ea typeface="DM Sans"/>
              <a:cs typeface="DM Sans"/>
              <a:sym typeface="DM Sans"/>
            </a:endParaRPr>
          </a:p>
          <a:p>
            <a:pPr marL="457200" indent="-323850">
              <a:spcBef>
                <a:spcPts val="1000"/>
              </a:spcBef>
              <a:buClr>
                <a:schemeClr val="hlink"/>
              </a:buClr>
              <a:buSzPts val="1500"/>
              <a:buFont typeface="DM Sans"/>
              <a:buChar char="●"/>
            </a:pPr>
            <a:r>
              <a:rPr lang="en" sz="1500" dirty="0">
                <a:solidFill>
                  <a:schemeClr val="hlink"/>
                </a:solidFill>
                <a:latin typeface="DM Sans"/>
                <a:sym typeface="DM Sans"/>
              </a:rPr>
              <a:t>As a </a:t>
            </a:r>
            <a:r>
              <a:rPr lang="en-GB" sz="1500" dirty="0">
                <a:solidFill>
                  <a:schemeClr val="hlink"/>
                </a:solidFill>
                <a:latin typeface="DM Sans"/>
              </a:rPr>
              <a:t>researcher, what kind of identity have you constructed for yourself?</a:t>
            </a:r>
            <a:endParaRPr sz="1500" dirty="0">
              <a:solidFill>
                <a:schemeClr val="hlink"/>
              </a:solidFill>
              <a:latin typeface="DM Sans"/>
              <a:ea typeface="DM Sans"/>
              <a:cs typeface="DM Sans"/>
              <a:sym typeface="DM Sans"/>
            </a:endParaRPr>
          </a:p>
          <a:p>
            <a:pPr marL="457200" indent="-323850">
              <a:spcBef>
                <a:spcPts val="1000"/>
              </a:spcBef>
              <a:buClr>
                <a:schemeClr val="hlink"/>
              </a:buClr>
              <a:buSzPts val="1500"/>
              <a:buFont typeface="DM Sans"/>
              <a:buChar char="●"/>
            </a:pPr>
            <a:r>
              <a:rPr lang="en" sz="1500" dirty="0">
                <a:solidFill>
                  <a:schemeClr val="hlink"/>
                </a:solidFill>
                <a:latin typeface="DM Sans"/>
                <a:sym typeface="DM Sans"/>
              </a:rPr>
              <a:t>D</a:t>
            </a:r>
            <a:r>
              <a:rPr lang="en-GB" sz="1500" dirty="0">
                <a:solidFill>
                  <a:schemeClr val="hlink"/>
                </a:solidFill>
                <a:latin typeface="DM Sans"/>
              </a:rPr>
              <a:t>o you see that identity as fixed or flexible?</a:t>
            </a:r>
            <a:r>
              <a:rPr lang="en" sz="1500" dirty="0">
                <a:solidFill>
                  <a:schemeClr val="hlink"/>
                </a:solidFill>
                <a:latin typeface="DM Sans"/>
                <a:sym typeface="DM Sans"/>
              </a:rPr>
              <a:t> </a:t>
            </a:r>
            <a:endParaRPr sz="1500" dirty="0">
              <a:solidFill>
                <a:schemeClr val="hlink"/>
              </a:solidFill>
              <a:latin typeface="DM Sans"/>
              <a:sym typeface="DM Sans"/>
            </a:endParaRPr>
          </a:p>
          <a:p>
            <a:pPr marL="457200" lvl="0" indent="-323850" algn="l" rtl="0">
              <a:lnSpc>
                <a:spcPct val="100000"/>
              </a:lnSpc>
              <a:spcBef>
                <a:spcPts val="1000"/>
              </a:spcBef>
              <a:spcAft>
                <a:spcPts val="0"/>
              </a:spcAft>
              <a:buClr>
                <a:schemeClr val="hlink"/>
              </a:buClr>
              <a:buSzPts val="1500"/>
              <a:buFont typeface="DM Sans"/>
              <a:buChar char="●"/>
            </a:pPr>
            <a:r>
              <a:rPr lang="en-GB" sz="1500" dirty="0">
                <a:solidFill>
                  <a:schemeClr val="hlink"/>
                </a:solidFill>
                <a:latin typeface="DM Sans"/>
                <a:sym typeface="DM Sans"/>
              </a:rPr>
              <a:t>What ideas or beliefs—positive or negative—shape your identity as a researcher?</a:t>
            </a:r>
          </a:p>
          <a:p>
            <a:pPr marL="914400" lvl="0" indent="0" algn="l" rtl="0">
              <a:lnSpc>
                <a:spcPct val="100000"/>
              </a:lnSpc>
              <a:spcBef>
                <a:spcPts val="1200"/>
              </a:spcBef>
              <a:spcAft>
                <a:spcPts val="0"/>
              </a:spcAft>
              <a:buNone/>
            </a:pPr>
            <a:r>
              <a:rPr lang="en-GB" sz="1100" i="1" dirty="0">
                <a:solidFill>
                  <a:schemeClr val="hlink"/>
                </a:solidFill>
                <a:latin typeface="DM Sans"/>
                <a:ea typeface="DM Sans"/>
                <a:cs typeface="DM Sans"/>
                <a:sym typeface="DM Sans"/>
              </a:rPr>
              <a:t>“I’m not creative.” / “I’m really good at writing academic papers.” / “My style is too simple.” / “I could never write a book.”</a:t>
            </a:r>
          </a:p>
          <a:p>
            <a:pPr marL="457200" lvl="0" indent="-323850">
              <a:spcBef>
                <a:spcPts val="1000"/>
              </a:spcBef>
              <a:buClr>
                <a:schemeClr val="hlink"/>
              </a:buClr>
              <a:buSzPts val="1500"/>
              <a:buFont typeface="DM Sans"/>
              <a:buChar char="●"/>
            </a:pPr>
            <a:r>
              <a:rPr lang="en-GB" sz="1500" dirty="0">
                <a:solidFill>
                  <a:schemeClr val="hlink"/>
                </a:solidFill>
                <a:latin typeface="DM Sans"/>
                <a:sym typeface="DM Sans"/>
              </a:rPr>
              <a:t>What if you were wrong about the fixed identity you’ve created for yourself? How might these beliefs be limiting your writing process? What if you actually are creative? What if you could write in different styles, but simply haven’t experimented with them enough?</a:t>
            </a:r>
          </a:p>
          <a:p>
            <a:pPr marL="457200" lvl="0" indent="-323850">
              <a:spcBef>
                <a:spcPts val="1000"/>
              </a:spcBef>
              <a:buClr>
                <a:schemeClr val="hlink"/>
              </a:buClr>
              <a:buSzPts val="1500"/>
              <a:buFont typeface="DM Sans"/>
              <a:buChar char="●"/>
            </a:pPr>
            <a:r>
              <a:rPr lang="en-GB" sz="1500" dirty="0">
                <a:solidFill>
                  <a:schemeClr val="hlink"/>
                </a:solidFill>
                <a:latin typeface="DM Sans"/>
                <a:sym typeface="DM Sans"/>
              </a:rPr>
              <a:t>What new possibilities might open up if you stopped holding so tightly to fixed beliefs about your research?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6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12</a:t>
            </a:fld>
            <a:endParaRPr/>
          </a:p>
        </p:txBody>
      </p:sp>
      <p:sp>
        <p:nvSpPr>
          <p:cNvPr id="403" name="Google Shape;403;p69"/>
          <p:cNvSpPr txBox="1"/>
          <p:nvPr/>
        </p:nvSpPr>
        <p:spPr>
          <a:xfrm>
            <a:off x="787125" y="976350"/>
            <a:ext cx="5718178" cy="3354734"/>
          </a:xfrm>
          <a:prstGeom prst="rect">
            <a:avLst/>
          </a:prstGeom>
          <a:noFill/>
          <a:ln>
            <a:noFill/>
          </a:ln>
        </p:spPr>
        <p:txBody>
          <a:bodyPr spcFirstLastPara="1" wrap="square" lIns="91425" tIns="91425" rIns="91425" bIns="91425" anchor="t" anchorCtr="0">
            <a:spAutoFit/>
          </a:bodyPr>
          <a:lstStyle/>
          <a:p>
            <a:r>
              <a:rPr lang="en-GB" sz="1800" b="1" dirty="0"/>
              <a:t>One thing to try this week:</a:t>
            </a:r>
            <a:endParaRPr lang="en-GB" sz="1800" dirty="0"/>
          </a:p>
          <a:p>
            <a:pPr marL="0" lvl="0" indent="0" algn="l" rtl="0">
              <a:lnSpc>
                <a:spcPct val="115000"/>
              </a:lnSpc>
              <a:spcBef>
                <a:spcPts val="1200"/>
              </a:spcBef>
              <a:spcAft>
                <a:spcPts val="0"/>
              </a:spcAft>
              <a:buNone/>
            </a:pPr>
            <a:r>
              <a:rPr lang="en-GB" sz="1500" dirty="0">
                <a:solidFill>
                  <a:schemeClr val="hlink"/>
                </a:solidFill>
                <a:latin typeface="DM Sans"/>
                <a:ea typeface="DM Sans"/>
                <a:cs typeface="DM Sans"/>
                <a:sym typeface="DM Sans"/>
              </a:rPr>
              <a:t>Spend a week experimenting with the possibility that you might be wrong about yourself. Maybe you actually do enjoy cooking, even if you think you don’t. Maybe you’re not as good a friend as you think you are. Maybe you could be good at learning a language if you really gave it a try.</a:t>
            </a:r>
          </a:p>
          <a:p>
            <a:pPr marL="0" lvl="0" indent="0" algn="l" rtl="0">
              <a:lnSpc>
                <a:spcPct val="115000"/>
              </a:lnSpc>
              <a:spcBef>
                <a:spcPts val="1200"/>
              </a:spcBef>
              <a:spcAft>
                <a:spcPts val="0"/>
              </a:spcAft>
              <a:buNone/>
            </a:pPr>
            <a:r>
              <a:rPr lang="en-GB" sz="1500" dirty="0">
                <a:solidFill>
                  <a:schemeClr val="hlink"/>
                </a:solidFill>
                <a:latin typeface="DM Sans"/>
                <a:ea typeface="DM Sans"/>
                <a:cs typeface="DM Sans"/>
                <a:sym typeface="DM Sans"/>
              </a:rPr>
              <a:t>Maybe you do enjoy academic writing.</a:t>
            </a:r>
          </a:p>
          <a:p>
            <a:pPr marL="0" lvl="0" indent="0" algn="l" rtl="0">
              <a:lnSpc>
                <a:spcPct val="115000"/>
              </a:lnSpc>
              <a:spcBef>
                <a:spcPts val="1200"/>
              </a:spcBef>
              <a:spcAft>
                <a:spcPts val="0"/>
              </a:spcAft>
              <a:buNone/>
            </a:pPr>
            <a:r>
              <a:rPr lang="en-GB" sz="1500" dirty="0">
                <a:solidFill>
                  <a:schemeClr val="hlink"/>
                </a:solidFill>
                <a:latin typeface="DM Sans"/>
                <a:ea typeface="DM Sans"/>
                <a:cs typeface="DM Sans"/>
                <a:sym typeface="DM Sans"/>
              </a:rPr>
              <a:t>Maybe you can write poetry.</a:t>
            </a:r>
          </a:p>
          <a:p>
            <a:pPr marL="0" lvl="0" indent="0" algn="l" rtl="0">
              <a:lnSpc>
                <a:spcPct val="115000"/>
              </a:lnSpc>
              <a:spcBef>
                <a:spcPts val="1200"/>
              </a:spcBef>
              <a:spcAft>
                <a:spcPts val="1200"/>
              </a:spcAft>
              <a:buNone/>
            </a:pPr>
            <a:r>
              <a:rPr lang="en-GB" sz="1500" dirty="0">
                <a:solidFill>
                  <a:schemeClr val="hlink"/>
                </a:solidFill>
                <a:latin typeface="DM Sans"/>
                <a:ea typeface="DM Sans"/>
                <a:cs typeface="DM Sans"/>
                <a:sym typeface="DM Sans"/>
              </a:rPr>
              <a:t>Maybe finishing your thesis isn’t as hard for you as you think.</a:t>
            </a:r>
          </a:p>
        </p:txBody>
      </p:sp>
      <p:pic>
        <p:nvPicPr>
          <p:cNvPr id="404" name="Google Shape;404;p69"/>
          <p:cNvPicPr preferRelativeResize="0"/>
          <p:nvPr/>
        </p:nvPicPr>
        <p:blipFill>
          <a:blip r:embed="rId3">
            <a:alphaModFix/>
          </a:blip>
          <a:stretch>
            <a:fillRect/>
          </a:stretch>
        </p:blipFill>
        <p:spPr>
          <a:xfrm rot="5400000">
            <a:off x="4573550" y="35445"/>
            <a:ext cx="9144000" cy="478536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cience Presentation">
  <a:themeElements>
    <a:clrScheme name="Simple Light">
      <a:dk1>
        <a:srgbClr val="005088"/>
      </a:dk1>
      <a:lt1>
        <a:srgbClr val="F3F0DF"/>
      </a:lt1>
      <a:dk2>
        <a:srgbClr val="121212"/>
      </a:dk2>
      <a:lt2>
        <a:srgbClr val="D0E0E3"/>
      </a:lt2>
      <a:accent1>
        <a:srgbClr val="11CAA0"/>
      </a:accent1>
      <a:accent2>
        <a:srgbClr val="6D6D6B"/>
      </a:accent2>
      <a:accent3>
        <a:srgbClr val="FFFFFF"/>
      </a:accent3>
      <a:accent4>
        <a:srgbClr val="656839"/>
      </a:accent4>
      <a:accent5>
        <a:srgbClr val="774936"/>
      </a:accent5>
      <a:accent6>
        <a:srgbClr val="C492B1"/>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514</Words>
  <Application>Microsoft Macintosh PowerPoint</Application>
  <PresentationFormat>On-screen Show (16:9)</PresentationFormat>
  <Paragraphs>58</Paragraphs>
  <Slides>12</Slides>
  <Notes>12</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12</vt:i4>
      </vt:variant>
    </vt:vector>
  </HeadingPairs>
  <TitlesOfParts>
    <vt:vector size="20" baseType="lpstr">
      <vt:lpstr>Arial</vt:lpstr>
      <vt:lpstr>DM Sans</vt:lpstr>
      <vt:lpstr>Merriweather</vt:lpstr>
      <vt:lpstr>DM Sans Medium</vt:lpstr>
      <vt:lpstr>Old Standard TT</vt:lpstr>
      <vt:lpstr>Simple Light</vt:lpstr>
      <vt:lpstr>Paperback</vt:lpstr>
      <vt:lpstr>Science Presentation</vt:lpstr>
      <vt:lpstr>More on free writing</vt:lpstr>
      <vt:lpstr>Refresh your writing</vt:lpstr>
      <vt:lpstr>PowerPoint Presentation</vt:lpstr>
      <vt:lpstr>The law of avoidance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Juan Lorenzo Reutter De La Maza</cp:lastModifiedBy>
  <cp:revision>1</cp:revision>
  <dcterms:modified xsi:type="dcterms:W3CDTF">2026-10-02T14:33:58Z</dcterms:modified>
</cp:coreProperties>
</file>